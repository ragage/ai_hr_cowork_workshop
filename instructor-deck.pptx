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01BA3876-1F27-4FC5-AD43-2690930D51B6}">
          <p14:sldIdLst>
            <p14:sldId id="256"/>
            <p14:sldId id="257"/>
            <p14:sldId id="258"/>
            <p14:sldId id="259"/>
            <p14:sldId id="260"/>
            <p14:sldId id="261"/>
            <p14:sldId id="262"/>
            <p14:sldId id="263"/>
            <p14:sldId id="264"/>
            <p14:sldId id="265"/>
            <p14:sldId id="266"/>
            <p14:sldId id="267"/>
            <p14:sldId id="268"/>
          </p14:sldIdLst>
        </p14:section>
        <p14:section name="Ex 1 · Executive Command Center" id="{D70DDC99-7337-4B17-B4F9-C251C372E6F6}">
          <p14:sldIdLst>
            <p14:sldId id="269"/>
            <p14:sldId id="270"/>
            <p14:sldId id="271"/>
            <p14:sldId id="272"/>
          </p14:sldIdLst>
        </p14:section>
        <p14:section name="Ex 2 · Deep Research" id="{56E62D28-3542-47A0-B24B-C8F7325A30E8}">
          <p14:sldIdLst>
            <p14:sldId id="273"/>
            <p14:sldId id="274"/>
            <p14:sldId id="275"/>
            <p14:sldId id="276"/>
          </p14:sldIdLst>
        </p14:section>
        <p14:section name="Ex 3 · Navigate websites" id="{A06AEDF2-94F3-4B82-B1F2-1576E8BFCC36}">
          <p14:sldIdLst>
            <p14:sldId id="277"/>
            <p14:sldId id="278"/>
            <p14:sldId id="279"/>
          </p14:sldIdLst>
        </p14:section>
        <p14:section name="Ex 4 · Custom skill" id="{E1155A9D-CEFD-4EEA-90A6-55B7757F21FE}">
          <p14:sldIdLst>
            <p14:sldId id="280"/>
            <p14:sldId id="281"/>
            <p14:sldId id="282"/>
          </p14:sldIdLst>
        </p14:section>
        <p14:section name="Ex 5 · Recruiting + reporting" id="{ABCD8F03-E11B-4592-992E-7926400DFFE7}">
          <p14:sldIdLst>
            <p14:sldId id="283"/>
            <p14:sldId id="284"/>
            <p14:sldId id="285"/>
            <p14:sldId id="286"/>
          </p14:sldIdLst>
        </p14:section>
        <p14:section name="Ex 6 · Onboarding pack" id="{3A44E6B2-D9C4-4DAC-BD72-6ACA92EDB02B}">
          <p14:sldIdLst>
            <p14:sldId id="287"/>
            <p14:sldId id="288"/>
            <p14:sldId id="289"/>
          </p14:sldIdLst>
        </p14:section>
        <p14:section name="Ex 7 · Automate &amp; share" id="{0324341B-C54E-4DB1-8672-6E46128ED461}">
          <p14:sldIdLst>
            <p14:sldId id="290"/>
            <p14:sldId id="291"/>
            <p14:sldId id="292"/>
          </p14:sldIdLst>
        </p14:section>
        <p14:section name="Spotlight · HR plugins" id="{746B7CFF-CC0F-4370-86F8-2985BFEEEBC5}">
          <p14:sldIdLst>
            <p14:sldId id="293"/>
          </p14:sldIdLst>
        </p14:section>
        <p14:section name="Ex 8 · HR Policy Agent" id="{51DE06CC-59D1-4A48-AD32-EB05B2669506}">
          <p14:sldIdLst>
            <p14:sldId id="294"/>
            <p14:sldId id="295"/>
            <p14:sldId id="296"/>
          </p14:sldIdLst>
        </p14:section>
        <p14:section name="Close" id="{E9961F10-5478-4799-A329-69FAC6BED07A}">
          <p14:sldIdLst>
            <p14:sldId id="297"/>
            <p14:sldId id="298"/>
            <p14:sldId id="299"/>
            <p14:sldId id="30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share one tenant;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and upload the six Word and Excel files to their own OneDrive. Show how to attach a file: + -&gt; Attach cloud files, or type /. EDGE PROFILE CHECK: the browser task in Ex 3 runs in the Edge profile signed in with the workshop account; anyone in their own corporate profile adds a new Edge profile now (not InPrivate). Attendees share ONE tenant; YOU are on a SEPARATE tenant. Proctors triage; anyone blocked follows your demo. readiness-checklist.md has the triage, and seed-content.md has the seed data for Exercises 1 and 2.</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in the shared tenant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Fictional Zava data only; no real PII;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(e.g., Documents/ai_hr_cowork_workshop) and [time] (e.g., 8:00 AM), then start your demo. WATCH FOR: Work IQ gathering; the HTML file in the Output folder; the Thursday conflict and T-2008 from the seed data. Light results on fresh accounts are expected; show your richer demo. SLOW DOWN at step 3: the next slide walks the Output folder. CLEANUP: skill stays 'Only you'; pause or delete the weekday schedule after class. NEXT: Output folder slide, then Deep Research.</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 workshop account, InPrivate, the Edge setting is off, or the admin hasn't allowed browser access (reference/10-cowork-browser.md). They follow your demo. TIME CHECK: at 1:55 skip 3b and demo it. NEXT: 'You've used built-in skills and the browser. Now build your own skill.'</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sparse data in new accounts (Ex 1, fixed by seed-content.md). Attendees share one tenant; you're on a separate one.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Fictional data,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Pasted 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Use the workshop account you were given</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the </a:t>
            </a:r>
            <a:r>
              <a:rPr sz="1400" b="1" i="0">
                <a:solidFill>
                  <a:srgbClr val="242424"/>
                </a:solidFill>
                <a:latin typeface="Segoe UI"/>
              </a:rPr>
              <a:t>workshop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t>
            </a:r>
            <a:r>
              <a:rPr sz="1400" b="1" i="0">
                <a:solidFill>
                  <a:srgbClr val="242424"/>
                </a:solidFill>
                <a:latin typeface="Segoe UI"/>
              </a:rPr>
              <a:t>zava-sample-knowledge.zip</a:t>
            </a:r>
            <a:r>
              <a:rPr sz="1400" b="0" i="0">
                <a:solidFill>
                  <a:srgbClr val="242424"/>
                </a:solidFill>
                <a:latin typeface="Segoe UI"/>
              </a:rPr>
              <a:t> from the shared Teams/SharePoint folder</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create folder </a:t>
            </a:r>
            <a:r>
              <a:rPr sz="1400" b="1" i="0">
                <a:solidFill>
                  <a:srgbClr val="242424"/>
                </a:solidFill>
                <a:latin typeface="Segoe UI"/>
              </a:rPr>
              <a:t>ai_hr_cowork_workshop</a:t>
            </a:r>
            <a:r>
              <a:rPr sz="1400" b="0" i="0">
                <a:solidFill>
                  <a:srgbClr val="242424"/>
                </a:solidFill>
                <a:latin typeface="Segoe UI"/>
              </a:rPr>
              <a:t>; upload the six files</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Fictional Zava data only — no real PII</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Attendees share one tenant</a:t>
            </a:r>
            <a:r>
              <a:rPr sz="1400" b="0" i="0">
                <a:solidFill>
                  <a:srgbClr val="FFFFFF"/>
                </a:solidFill>
                <a:latin typeface="Segoe UI"/>
              </a:rPr>
              <a:t>, so your screens match each other and org search is consistent.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Use only the Zava sample files in my OneDrive folder Documents/ai_hr_cowork_workshop, and never include real employee personal data.</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Use fictional data today</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All sample files are the fictional Zava. No real PII.</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calendar, recent emails, Teams conversations, meeting transcripts, and priority documents from [Priority Folder]. 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(your OneDrive folder with the Zava files)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Light data in new accounts is expected</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Deep Research to summarize current best practices for structured behavioral interviews from multiple reputable sources. 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Now compare these best practices to our HR Coordinator interview needs in job-description-sample.docx, 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Turn this into an interviewer scorecard 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Go to https://www.dol.gov and use the site’s search box to find the Wage and Hour Division’s overtime pay fact sheet (Fact Sheet #23). 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Go to https://lni.wa.gov and use the site’s menu or search to find Washington State’s overtime page. 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Compare both with the overtime rule in employee-handbook-excerpt.docx. 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Turn this into a one-page Word brief for our payroll team about ticket T-2008: what the rules say, what our handbook says, and the recommended next step. 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workshop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 Ground answers in employee-handbook-excerpt.docx and benefits-summary.docx in my OneDrive folder Documents/ai_hr_cowork_workshop; if the answer isn’t in them,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hr-tickets-sample.xlsx, summarize open vs. closed tickets by category and priority, and list the high-priority open items I should follow up on today. 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onboarding-checklist.docx, employee-handbook-excerpt.docx, and benefits-summary.docx, build a short onboarding orientation PowerPoint (6–8 slides) covering first-day logistics, PTO, remote/hybrid work, and benefits basics. Keep it clean and friendly.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Schedule a 30-minute onboarding kickoff for Sofia Alvarez’s first day, next Monday at 9:30 AM, add a Teams meeting link, 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 using onboarding-checklist.docx. Save it as an Outlook email draft addressed to me; 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No real invitees in the shared tenant</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Every Monday at 8:00 AM, read hr-tickets-sample.xlsx in my OneDrive folder Documents/ai_hr_cowork_workshop, summarize open tickets by category and priority, list high-priority open tickets first, and put it in a short report. 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Give me a Daily Briefing focused on my HR tasks and meetings for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 — in a warm, professional tone. Always cite the source document and remind the reader that HR should confirm. 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Load </a:t>
            </a:r>
            <a:r>
              <a:rPr sz="1400" b="1" i="0">
                <a:solidFill>
                  <a:srgbClr val="242424"/>
                </a:solidFill>
                <a:latin typeface="Segoe UI"/>
              </a:rPr>
              <a:t>seed-content.md</a:t>
            </a:r>
            <a:r>
              <a:rPr sz="1400" b="0" i="0">
                <a:solidFill>
                  <a:srgbClr val="242424"/>
                </a:solidFill>
                <a:latin typeface="Segoe UI"/>
              </a:rPr>
              <a:t> within 24 h of the session</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Empty dashboard → expected; show your demo</a:t>
            </a:r>
          </a:p>
          <a:p>
            <a:pPr algn="l" marL="182880" indent="-182880">
              <a:spcAft>
                <a:spcPts val="500"/>
              </a:spcAft>
              <a:buFont typeface="Arial"/>
              <a:buChar char="•"/>
            </a:pPr>
            <a:r>
              <a:rPr sz="1400" b="0" i="0">
                <a:solidFill>
                  <a:srgbClr val="242424"/>
                </a:solidFill>
                <a:latin typeface="Segoe UI"/>
              </a:rPr>
              <a:t>No browser task → Edge, signed in as the workshop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stretch prompts, then explore the kit’s README.</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