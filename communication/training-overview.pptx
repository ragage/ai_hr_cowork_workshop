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4FDA241-DD87-4801-B7F9-C8D122B547C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Optional Sections" id="{B05A7D39-78C2-4B56-A18D-718510B0F214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hours and 35 minutes: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2-hour 35-minute,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 hours 35 minutes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 hours 35 minutes,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