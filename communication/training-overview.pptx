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AB8C85F-D8CE-4CBF-A257-2EF37AAE5BD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Appendix" id="{4260E2EA-256F-4BB4-9FF8-7B21A46E517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hours and 35 minutes: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participant workbook, and the workshop closes with a recap and next steps.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2-hour 35-minute,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 hours 35 minutes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 hours 35 minutes,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