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authors.xml" ContentType="application/vnd.ms-powerpoint.authors+xml"/>
  <Override PartName="/ppt/media/image2.svg" ContentType="image/svg+xml"/>
  <Override PartName="/ppt/notesMasters/notesMaster1.xml" ContentType="application/vnd.openxmlformats-officedocument.presentationml.notesMaster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Relationship Id="rId6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2" r:id="rId4"/>
    <p:sldMasterId id="2147483695" r:id="rId5"/>
    <p:sldMasterId id="2147483710" r:id="rId6"/>
    <p:sldMasterId id="2147483725" r:id="rId7"/>
  </p:sldMasterIdLst>
  <p:notesMasterIdLst>
    <p:notesMasterId r:id="rId25"/>
  </p:notesMasterIdLst>
  <p:sldIdLst>
    <p:sldId id="256" r:id="rId31"/>
    <p:sldId id="257" r:id="rId32"/>
    <p:sldId id="258" r:id="rId33"/>
    <p:sldId id="259" r:id="rId34"/>
    <p:sldId id="260" r:id="rId35"/>
    <p:sldId id="261" r:id="rId36"/>
    <p:sldId id="262" r:id="rId37"/>
    <p:sldId id="263" r:id="rId3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verview" id="{4675EA3F-683D-4213-8591-0BA43FB1A5E6}">
          <p14:sldIdLst>
            <p14:sldId id="256"/>
            <p14:sldId id="257"/>
            <p14:sldId id="258"/>
            <p14:sldId id="259"/>
            <p14:sldId id="260"/>
            <p14:sldId id="261"/>
          </p14:sldIdLst>
        </p14:section>
        <p14:section name="Workshop kit" id="{C8284D5C-7221-4CD0-9CE3-6D1BF8469439}">
          <p14:sldIdLst>
            <p14:sldId id="262"/>
            <p14:sldId id="26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7F9C0429-A27D-191E-02F6-1A5EA1ADAF1C}" name="Rodrigo De la Garza" initials="" userId="S::rodela@microsoft.com::aea35d9c-2d89-4bc1-8b94-6f0d54120eda" providerId="AD"/>
  <p188:author id="{4392619F-7B75-E4F8-5D55-40619472227E}" name="Ellie Ferguson" initials="EF" userId="S::elferguson@microsoft.com::55c21014-b655-49ad-a317-db34b175183a" providerId="AD"/>
  <p188:author id="{7F558DBD-3EBD-5EEC-0EC6-1FE8EAD99B4B}" name="Traníssa Cremé Calella" initials="TC" userId="S::trcreme@microsoft.com::da230c5a-0394-4c9f-a6c7-bcd14a74aca4" providerId="AD"/>
  <p188:author id="{EA2BB1CC-CCBC-CFD1-E586-B3F5D4B2902B}" name="Gina Eisele" initials="" userId="S::ginah@microsoft.com::4b775c3a-ed81-4f52-b83b-472130d98b00" providerId="AD"/>
  <p188:author id="{9F6174CF-D48A-DD27-940C-47BFC88AAFD6}" name="Andrea Lum" initials="AL" userId="S::anlum@microsoft.com::89002afe-ac3a-4767-b9c9-147d574dba1b" providerId="AD"/>
  <p188:author id="{251871E8-1052-0574-57C0-60020D8857D0}" name="Saulo Machado" initials="SM" userId="S::samachad@microsoft.com::27113bbf-fdf8-43dc-8297-892970210243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63" d="100"/>
          <a:sy n="163" d="100"/>
        </p:scale>
        <p:origin x="2406" y="13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Master" Target="slideMasters/slideMaster2.xml"/><Relationship Id="rId6" Type="http://schemas.openxmlformats.org/officeDocument/2006/relationships/slideMaster" Target="slideMasters/slideMaster3.xml"/><Relationship Id="rId7" Type="http://schemas.openxmlformats.org/officeDocument/2006/relationships/slideMaster" Target="slideMasters/slideMaster4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Relationship Id="rId30" Type="http://schemas.microsoft.com/office/2018/10/relationships/authors" Target="authors.xml"/><Relationship Id="rId31" Type="http://schemas.openxmlformats.org/officeDocument/2006/relationships/slide" Target="slides/slide18.xml"/><Relationship Id="rId32" Type="http://schemas.openxmlformats.org/officeDocument/2006/relationships/slide" Target="slides/slide19.xml"/><Relationship Id="rId33" Type="http://schemas.openxmlformats.org/officeDocument/2006/relationships/slide" Target="slides/slide20.xml"/><Relationship Id="rId34" Type="http://schemas.openxmlformats.org/officeDocument/2006/relationships/slide" Target="slides/slide21.xml"/><Relationship Id="rId35" Type="http://schemas.openxmlformats.org/officeDocument/2006/relationships/slide" Target="slides/slide22.xml"/><Relationship Id="rId36" Type="http://schemas.openxmlformats.org/officeDocument/2006/relationships/slide" Target="slides/slide23.xml"/><Relationship Id="rId37" Type="http://schemas.openxmlformats.org/officeDocument/2006/relationships/slide" Target="slides/slide24.xml"/><Relationship Id="rId38" Type="http://schemas.openxmlformats.org/officeDocument/2006/relationships/slide" Target="slides/slide2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5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9236939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2"/>
          <p:cNvSpPr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</p:spPr>
        <p:txBody>
          <a:bodyPr/>
          <a:lstStyle/>
          <a:p>
            <a:r>
              <a:t>TRAINING OVERVIEW. Use this short deck to introduce the workshop to HR leaders, managers, and people thinking about attending. The instructor deck (instructor/instructor-deck.pptx) is what's presented on the day.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2"/>
          <p:cNvSpPr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</p:spPr>
        <p:txBody>
          <a:bodyPr/>
          <a:lstStyle/>
          <a:p>
            <a:r>
              <a:t>ABOUT. Who it's for, the format, and the three tools. Attendees use their own work accounts: Exercise 1 builds a private dashboard from their own mail and calendar, and every other exercise uses fictional Zava sample files. Everything Cowork produces is a draft to review.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2"/>
          <p:cNvSpPr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</p:spPr>
        <p:txBody>
          <a:bodyPr/>
          <a:lstStyle/>
          <a:p>
            <a:r>
              <a:t>LEARNING OBJECTIVES. The six outcomes attendees leave with. They mirror the README and the participant workbook, and the workshop closes with a quick knowledge check against them.</a:t>
            </a: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2"/>
          <p:cNvSpPr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</p:spPr>
        <p:txBody>
          <a:bodyPr/>
          <a:lstStyle/>
          <a:p>
            <a:r>
              <a:t>AGENDA. Two and a half hours: framing and a UI tour with setup, then eight hands-on exercises with one 15-minute break. Exercise 4 (a custom skill) is the centerpiece; Exercise 8 builds a no-code agent in Agent Builder.</a:t>
            </a: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2"/>
          <p:cNvSpPr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</p:spPr>
        <p:txBody>
          <a:bodyPr/>
          <a:lstStyle/>
          <a:p>
            <a:r>
              <a:t>EXERCISES. Walk the eight scenarios: an executive command center, Deep Research, Cowork driving a browser, a custom skill, recruiting and reporting, an onboarding pack, automations, and a policy agent. Each one ends in a draft the attendee reviews.</a:t>
            </a: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2"/>
          <p:cNvSpPr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</p:spPr>
        <p:txBody>
          <a:bodyPr/>
          <a:lstStyle/>
          <a:p>
            <a:r>
              <a:t>BEFORE THE SESSION. Attendees need only a laptop with Edge and their own work account; nothing to provision. Hosts set up licenses, the Cowork spending policy, and browser access; the facilitator seeds only their own demo account. The readiness checklist has the timeline, cost planning, and Plan B.</a:t>
            </a: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2"/>
          <p:cNvSpPr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</p:spPr>
        <p:txBody>
          <a:bodyPr/>
          <a:lstStyle/>
          <a:p>
            <a:r>
              <a:t>DOWNLOAD LINKS. Everything participants and instructors need; the Zava sample data is one zip. The links point to the kit's private GitHub repo: give people access, or post the files in a shared Teams/SharePoint folder and share that link instead.</a:t>
            </a:r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2"/>
          <p:cNvSpPr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</p:spPr>
        <p:txBody>
          <a:bodyPr/>
          <a:lstStyle/>
          <a:p>
            <a:r>
              <a:t>CLOSE. Invite questions. The paste-ready invitation emails in communication/ carry the same links.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7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.pn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9.png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0.jpeg"/><Relationship Id="rId3" Type="http://schemas.openxmlformats.org/officeDocument/2006/relationships/image" Target="../media/image11.png"/><Relationship Id="rId4" Type="http://schemas.openxmlformats.org/officeDocument/2006/relationships/image" Target="../media/image12.emf"/></Relationships>
</file>

<file path=ppt/slideLayouts/_rels/slideLayout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2_Title Slide 2">
    <p:bg>
      <p:bgPr>
        <a:blipFill dpi="0" rotWithShape="1">
          <a:blip r:embed="rId2">
            <a:lum/>
          </a:blip>
          <a:srcRect/>
          <a:stretch>
            <a:fillRect t="-6000" b="-6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E25091A6-E739-2F7E-07AB-39433EF1C579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0724" y="123128"/>
            <a:ext cx="2137349" cy="1223612"/>
          </a:xfrm>
          <a:prstGeom prst="rect">
            <a:avLst/>
          </a:prstGeom>
        </p:spPr>
      </p:pic>
      <p:sp>
        <p:nvSpPr>
          <p:cNvPr id="9" name="Title 1"/>
          <p:cNvSpPr>
            <a:spLocks noGrp="1"/>
          </p:cNvSpPr>
          <p:nvPr>
            <p:ph type="title" hasCustomPrompt="1"/>
          </p:nvPr>
        </p:nvSpPr>
        <p:spPr>
          <a:xfrm>
            <a:off x="584200" y="1871784"/>
            <a:ext cx="9144000" cy="1661993"/>
          </a:xfrm>
          <a:noFill/>
        </p:spPr>
        <p:txBody>
          <a:bodyPr wrap="square" lIns="0" tIns="0" rIns="0" bIns="0" anchor="b" anchorCtr="0">
            <a:spAutoFit/>
          </a:bodyPr>
          <a:lstStyle>
            <a:lvl1pPr>
              <a:lnSpc>
                <a:spcPct val="90000"/>
              </a:lnSpc>
              <a:defRPr sz="6000" spc="-50" baseline="0">
                <a:solidFill>
                  <a:schemeClr val="tx1"/>
                </a:solidFill>
                <a:latin typeface="+mj-lt"/>
                <a:cs typeface="Segoe Sans Display" pitchFamily="2" charset="0"/>
              </a:defRPr>
            </a:lvl1pPr>
          </a:lstStyle>
          <a:p>
            <a:r>
              <a:rPr lang="en-US"/>
              <a:t>Event name or </a:t>
            </a:r>
            <a:br>
              <a:rPr lang="en-US"/>
            </a:br>
            <a:r>
              <a:rPr lang="en-US"/>
              <a:t>presentation title 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12" hasCustomPrompt="1"/>
          </p:nvPr>
        </p:nvSpPr>
        <p:spPr>
          <a:xfrm>
            <a:off x="584200" y="3962400"/>
            <a:ext cx="9144000" cy="246221"/>
          </a:xfrm>
          <a:noFill/>
        </p:spPr>
        <p:txBody>
          <a:bodyPr wrap="square" lIns="0" tIns="0" rIns="0" bIns="0">
            <a:spAutoFit/>
          </a:bodyPr>
          <a:lstStyle>
            <a:lvl1pPr marL="0" indent="0">
              <a:spcBef>
                <a:spcPts val="0"/>
              </a:spcBef>
              <a:buNone/>
              <a:defRPr sz="1600" spc="0" baseline="0">
                <a:solidFill>
                  <a:schemeClr val="tx1"/>
                </a:solidFill>
                <a:latin typeface="+mn-lt"/>
                <a:cs typeface="Segoe Sans Display" pitchFamily="2" charset="0"/>
              </a:defRPr>
            </a:lvl1pPr>
          </a:lstStyle>
          <a:p>
            <a:pPr lvl="0"/>
            <a:r>
              <a:rPr lang="en-US"/>
              <a:t>Speaker name or subtitle text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CA63402F-4347-87B8-3138-7514EE38EDA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b="54898"/>
          <a:stretch>
            <a:fillRect/>
          </a:stretch>
        </p:blipFill>
        <p:spPr>
          <a:xfrm>
            <a:off x="4052712" y="6302757"/>
            <a:ext cx="6046442" cy="555244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604D7A63-E9F0-5EBC-B7BB-E070AABDA45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6805914" y="0"/>
            <a:ext cx="5386086" cy="8951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0217370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slide 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/>
          <p:cNvSpPr>
            <a:spLocks noGrp="1"/>
          </p:cNvSpPr>
          <p:nvPr>
            <p:ph type="title" hasCustomPrompt="1"/>
          </p:nvPr>
        </p:nvSpPr>
        <p:spPr>
          <a:xfrm>
            <a:off x="429545" y="3029995"/>
            <a:ext cx="9401560" cy="1793104"/>
          </a:xfrm>
          <a:noFill/>
        </p:spPr>
        <p:txBody>
          <a:bodyPr lIns="0" tIns="0" rIns="0" bIns="182880" anchor="b" anchorCtr="0"/>
          <a:lstStyle>
            <a:lvl1pPr>
              <a:defRPr sz="5294" strike="noStrike" spc="-147" baseline="0">
                <a:solidFill>
                  <a:srgbClr val="000000"/>
                </a:solidFill>
              </a:defRPr>
            </a:lvl1pPr>
          </a:lstStyle>
          <a:p>
            <a:r>
              <a:rPr lang="en-US"/>
              <a:t>Microsoft 365</a:t>
            </a:r>
            <a:br>
              <a:rPr lang="en-US"/>
            </a:br>
            <a:r>
              <a:rPr lang="en-US"/>
              <a:t>title or event name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12" hasCustomPrompt="1"/>
          </p:nvPr>
        </p:nvSpPr>
        <p:spPr>
          <a:xfrm>
            <a:off x="426427" y="4838790"/>
            <a:ext cx="9401560" cy="945435"/>
          </a:xfrm>
          <a:noFill/>
        </p:spPr>
        <p:txBody>
          <a:bodyPr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568" spc="0" baseline="0">
                <a:solidFill>
                  <a:srgbClr val="000000"/>
                </a:solidFill>
                <a:latin typeface="+mn-lt"/>
              </a:defRPr>
            </a:lvl1pPr>
          </a:lstStyle>
          <a:p>
            <a:pPr lvl="0"/>
            <a:r>
              <a:rPr lang="en-US"/>
              <a:t>Author name</a:t>
            </a:r>
          </a:p>
          <a:p>
            <a:pPr lvl="0"/>
            <a:r>
              <a:rPr lang="en-US"/>
              <a:t>Date</a:t>
            </a:r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9F4A718E-6F7C-414B-B5B4-AA6809C7682F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429544" y="437139"/>
            <a:ext cx="896425" cy="1902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186099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&amp; body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0A83EF54-F800-4521-AA68-2B27B0B561A2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37318" y="2139702"/>
            <a:ext cx="11339774" cy="1223171"/>
          </a:xfrm>
        </p:spPr>
        <p:txBody>
          <a:bodyPr wrap="square" lIns="0" tIns="0" rIns="0" bIns="0">
            <a:spAutoFit/>
          </a:bodyPr>
          <a:lstStyle>
            <a:lvl1pPr marL="0" indent="0">
              <a:lnSpc>
                <a:spcPct val="90000"/>
              </a:lnSpc>
              <a:spcBef>
                <a:spcPts val="0"/>
              </a:spcBef>
              <a:spcAft>
                <a:spcPts val="1274"/>
              </a:spcAft>
              <a:buNone/>
              <a:defRPr sz="2549" b="0" i="0">
                <a:solidFill>
                  <a:srgbClr val="000000"/>
                </a:solidFill>
                <a:latin typeface="+mn-lt"/>
              </a:defRPr>
            </a:lvl1pPr>
            <a:lvl2pPr marL="224097" indent="0">
              <a:lnSpc>
                <a:spcPct val="90000"/>
              </a:lnSpc>
              <a:spcBef>
                <a:spcPts val="0"/>
              </a:spcBef>
              <a:spcAft>
                <a:spcPts val="1274"/>
              </a:spcAft>
              <a:buNone/>
              <a:defRPr sz="1961">
                <a:solidFill>
                  <a:srgbClr val="000000"/>
                </a:solidFill>
              </a:defRPr>
            </a:lvl2pPr>
            <a:lvl3pPr marL="448193" indent="0">
              <a:spcBef>
                <a:spcPts val="0"/>
              </a:spcBef>
              <a:spcAft>
                <a:spcPts val="1274"/>
              </a:spcAft>
              <a:buNone/>
              <a:defRPr sz="1961">
                <a:solidFill>
                  <a:srgbClr val="000000"/>
                </a:solidFill>
              </a:defRPr>
            </a:lvl3pPr>
            <a:lvl4pPr marL="672290" indent="0">
              <a:spcBef>
                <a:spcPts val="0"/>
              </a:spcBef>
              <a:spcAft>
                <a:spcPts val="1274"/>
              </a:spcAft>
              <a:buNone/>
              <a:defRPr sz="1961"/>
            </a:lvl4pPr>
            <a:lvl5pPr marL="896386" indent="0">
              <a:buNone/>
              <a:defRPr/>
            </a:lvl5pPr>
          </a:lstStyle>
          <a:p>
            <a:pPr lvl="0"/>
            <a:r>
              <a:rPr lang="en-US"/>
              <a:t>First level Segoe UI 26pt</a:t>
            </a:r>
          </a:p>
          <a:p>
            <a:pPr lvl="1"/>
            <a:r>
              <a:rPr lang="en-US"/>
              <a:t>Second level Segoe UI 20pt</a:t>
            </a:r>
          </a:p>
          <a:p>
            <a:pPr lvl="2"/>
            <a:r>
              <a:rPr lang="en-US"/>
              <a:t>Third level Segoe UI 20pt</a:t>
            </a:r>
          </a:p>
        </p:txBody>
      </p:sp>
      <p:sp>
        <p:nvSpPr>
          <p:cNvPr id="14" name="Title Placeholder 1">
            <a:extLst>
              <a:ext uri="{FF2B5EF4-FFF2-40B4-BE49-F238E27FC236}">
                <a16:creationId xmlns:a16="http://schemas.microsoft.com/office/drawing/2014/main" id="{AE6F3ED0-7F59-40C0-BDE3-5E04439997A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26424" y="440495"/>
            <a:ext cx="11336039" cy="739343"/>
          </a:xfrm>
          <a:prstGeom prst="rect">
            <a:avLst/>
          </a:prstGeom>
        </p:spPr>
        <p:txBody>
          <a:bodyPr vert="horz" wrap="square" lIns="0" tIns="164592" rIns="0" bIns="0" rtlCol="0" anchor="t">
            <a:noAutofit/>
          </a:bodyPr>
          <a:lstStyle>
            <a:lvl1pPr>
              <a:defRPr>
                <a:solidFill>
                  <a:srgbClr val="000000"/>
                </a:solidFill>
              </a:defRPr>
            </a:lvl1pPr>
          </a:lstStyle>
          <a:p>
            <a:r>
              <a:rPr lang="en-US"/>
              <a:t>Heading Segoe UI </a:t>
            </a:r>
            <a:r>
              <a:rPr lang="en-US" err="1"/>
              <a:t>Semibold</a:t>
            </a:r>
            <a:r>
              <a:rPr lang="en-US"/>
              <a:t> 32pt</a:t>
            </a:r>
          </a:p>
        </p:txBody>
      </p:sp>
    </p:spTree>
    <p:extLst>
      <p:ext uri="{BB962C8B-B14F-4D97-AF65-F5344CB8AC3E}">
        <p14:creationId xmlns:p14="http://schemas.microsoft.com/office/powerpoint/2010/main" val="2172191069"/>
      </p:ext>
    </p:extLst>
  </p:cSld>
  <p:clrMapOvr>
    <a:masterClrMapping/>
  </p:clrMapOvr>
  <p:transition>
    <p:fade/>
  </p:transition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&amp; body slide (with bullets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0A83EF54-F800-4521-AA68-2B27B0B561A2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37319" y="2141394"/>
            <a:ext cx="11339774" cy="1223171"/>
          </a:xfrm>
        </p:spPr>
        <p:txBody>
          <a:bodyPr wrap="square" lIns="0" tIns="0" rIns="0" bIns="0">
            <a:spAutoFit/>
          </a:bodyPr>
          <a:lstStyle>
            <a:lvl1pPr marL="268916" indent="-268916">
              <a:lnSpc>
                <a:spcPct val="90000"/>
              </a:lnSpc>
              <a:spcBef>
                <a:spcPts val="0"/>
              </a:spcBef>
              <a:spcAft>
                <a:spcPts val="1274"/>
              </a:spcAft>
              <a:buClr>
                <a:srgbClr val="000000"/>
              </a:buClr>
              <a:buSzPct val="77000"/>
              <a:buFont typeface="Arial" panose="020B0604020202020204" pitchFamily="34" charset="0"/>
              <a:buChar char="•"/>
              <a:defRPr sz="2549" b="0" i="0">
                <a:solidFill>
                  <a:srgbClr val="000000"/>
                </a:solidFill>
                <a:latin typeface="+mn-lt"/>
              </a:defRPr>
            </a:lvl1pPr>
            <a:lvl2pPr marL="537832" indent="-224097">
              <a:lnSpc>
                <a:spcPct val="90000"/>
              </a:lnSpc>
              <a:spcBef>
                <a:spcPts val="0"/>
              </a:spcBef>
              <a:spcAft>
                <a:spcPts val="1274"/>
              </a:spcAft>
              <a:buClr>
                <a:srgbClr val="000000"/>
              </a:buClr>
              <a:buSzPct val="77000"/>
              <a:buFont typeface="Arial" panose="020B0604020202020204" pitchFamily="34" charset="0"/>
              <a:buChar char="•"/>
              <a:defRPr sz="1961">
                <a:solidFill>
                  <a:srgbClr val="000000"/>
                </a:solidFill>
              </a:defRPr>
            </a:lvl2pPr>
            <a:lvl3pPr marL="806748" indent="-224097">
              <a:spcBef>
                <a:spcPts val="0"/>
              </a:spcBef>
              <a:spcAft>
                <a:spcPts val="1274"/>
              </a:spcAft>
              <a:buClr>
                <a:srgbClr val="000000"/>
              </a:buClr>
              <a:buSzPct val="77000"/>
              <a:buFont typeface="Arial" panose="020B0604020202020204" pitchFamily="34" charset="0"/>
              <a:buChar char="•"/>
              <a:defRPr sz="1961">
                <a:solidFill>
                  <a:srgbClr val="000000"/>
                </a:solidFill>
              </a:defRPr>
            </a:lvl3pPr>
            <a:lvl4pPr marL="672290" indent="0">
              <a:spcBef>
                <a:spcPts val="0"/>
              </a:spcBef>
              <a:spcAft>
                <a:spcPts val="1274"/>
              </a:spcAft>
              <a:buNone/>
              <a:defRPr sz="1961"/>
            </a:lvl4pPr>
            <a:lvl5pPr marL="896386" indent="0">
              <a:buNone/>
              <a:defRPr/>
            </a:lvl5pPr>
          </a:lstStyle>
          <a:p>
            <a:pPr lvl="0"/>
            <a:r>
              <a:rPr lang="en-US"/>
              <a:t>First level Segoe UI 26pt</a:t>
            </a:r>
          </a:p>
          <a:p>
            <a:pPr lvl="1"/>
            <a:r>
              <a:rPr lang="en-US"/>
              <a:t>Second level Segoe UI 20pt</a:t>
            </a:r>
          </a:p>
          <a:p>
            <a:pPr lvl="2"/>
            <a:r>
              <a:rPr lang="en-US"/>
              <a:t>Third level Segoe UI 20pt</a:t>
            </a:r>
          </a:p>
        </p:txBody>
      </p:sp>
      <p:sp>
        <p:nvSpPr>
          <p:cNvPr id="14" name="Title Placeholder 1">
            <a:extLst>
              <a:ext uri="{FF2B5EF4-FFF2-40B4-BE49-F238E27FC236}">
                <a16:creationId xmlns:a16="http://schemas.microsoft.com/office/drawing/2014/main" id="{AE6F3ED0-7F59-40C0-BDE3-5E04439997A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26424" y="440495"/>
            <a:ext cx="11336039" cy="758022"/>
          </a:xfrm>
          <a:prstGeom prst="rect">
            <a:avLst/>
          </a:prstGeom>
        </p:spPr>
        <p:txBody>
          <a:bodyPr vert="horz" wrap="square" lIns="0" tIns="164592" rIns="0" bIns="0" rtlCol="0" anchor="t">
            <a:noAutofit/>
          </a:bodyPr>
          <a:lstStyle>
            <a:lvl1pPr>
              <a:defRPr>
                <a:solidFill>
                  <a:srgbClr val="000000"/>
                </a:solidFill>
              </a:defRPr>
            </a:lvl1pPr>
          </a:lstStyle>
          <a:p>
            <a:r>
              <a:rPr lang="en-US"/>
              <a:t>Heading Segoe UI </a:t>
            </a:r>
            <a:r>
              <a:rPr lang="en-US" err="1"/>
              <a:t>Semibold</a:t>
            </a:r>
            <a:r>
              <a:rPr lang="en-US"/>
              <a:t> 32pt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BF94EA65-2CBF-4A04-9D22-169D8572F347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26423" y="1083831"/>
            <a:ext cx="11339774" cy="353070"/>
          </a:xfrm>
        </p:spPr>
        <p:txBody>
          <a:bodyPr wrap="square" lIns="0" tIns="0" rIns="0" bIns="0">
            <a:spAutoFit/>
          </a:bodyPr>
          <a:lstStyle>
            <a:lvl1pPr marL="0" indent="0">
              <a:lnSpc>
                <a:spcPct val="90000"/>
              </a:lnSpc>
              <a:spcBef>
                <a:spcPts val="0"/>
              </a:spcBef>
              <a:spcAft>
                <a:spcPts val="1274"/>
              </a:spcAft>
              <a:buNone/>
              <a:defRPr sz="2549" b="0" i="0">
                <a:solidFill>
                  <a:srgbClr val="000000"/>
                </a:solidFill>
                <a:latin typeface="+mn-lt"/>
              </a:defRPr>
            </a:lvl1pPr>
            <a:lvl2pPr marL="224097" indent="0">
              <a:lnSpc>
                <a:spcPct val="90000"/>
              </a:lnSpc>
              <a:spcBef>
                <a:spcPts val="0"/>
              </a:spcBef>
              <a:spcAft>
                <a:spcPts val="1274"/>
              </a:spcAft>
              <a:buNone/>
              <a:defRPr sz="1961">
                <a:solidFill>
                  <a:schemeClr val="tx2"/>
                </a:solidFill>
              </a:defRPr>
            </a:lvl2pPr>
            <a:lvl3pPr marL="448193" indent="0">
              <a:spcBef>
                <a:spcPts val="0"/>
              </a:spcBef>
              <a:spcAft>
                <a:spcPts val="1274"/>
              </a:spcAft>
              <a:buNone/>
              <a:defRPr sz="1961"/>
            </a:lvl3pPr>
            <a:lvl4pPr marL="672290" indent="0">
              <a:spcBef>
                <a:spcPts val="0"/>
              </a:spcBef>
              <a:spcAft>
                <a:spcPts val="1274"/>
              </a:spcAft>
              <a:buNone/>
              <a:defRPr sz="1961"/>
            </a:lvl4pPr>
            <a:lvl5pPr marL="896386" indent="0">
              <a:buNone/>
              <a:defRPr/>
            </a:lvl5pPr>
          </a:lstStyle>
          <a:p>
            <a:pPr lvl="0"/>
            <a:r>
              <a:rPr lang="en-US"/>
              <a:t>Subtitle Segoe UI 26pt</a:t>
            </a:r>
          </a:p>
        </p:txBody>
      </p:sp>
    </p:spTree>
    <p:extLst>
      <p:ext uri="{BB962C8B-B14F-4D97-AF65-F5344CB8AC3E}">
        <p14:creationId xmlns:p14="http://schemas.microsoft.com/office/powerpoint/2010/main" val="1493638809"/>
      </p:ext>
    </p:extLst>
  </p:cSld>
  <p:clrMapOvr>
    <a:masterClrMapping/>
  </p:clrMapOvr>
  <p:transition>
    <p:fade/>
  </p:transition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Placeholder 1">
            <a:extLst>
              <a:ext uri="{FF2B5EF4-FFF2-40B4-BE49-F238E27FC236}">
                <a16:creationId xmlns:a16="http://schemas.microsoft.com/office/drawing/2014/main" id="{03F3274D-8F90-4F75-B990-F6B7A291DE2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29383" y="437538"/>
            <a:ext cx="11333080" cy="742300"/>
          </a:xfrm>
          <a:prstGeom prst="rect">
            <a:avLst/>
          </a:prstGeom>
        </p:spPr>
        <p:txBody>
          <a:bodyPr vert="horz" wrap="square" lIns="0" tIns="164592" rIns="0" bIns="0" rtlCol="0" anchor="t">
            <a:noAutofit/>
          </a:bodyPr>
          <a:lstStyle>
            <a:lvl1pPr>
              <a:defRPr>
                <a:solidFill>
                  <a:srgbClr val="000000"/>
                </a:solidFill>
              </a:defRPr>
            </a:lvl1pPr>
          </a:lstStyle>
          <a:p>
            <a:r>
              <a:rPr lang="en-US"/>
              <a:t>Title</a:t>
            </a:r>
          </a:p>
        </p:txBody>
      </p:sp>
    </p:spTree>
    <p:extLst>
      <p:ext uri="{BB962C8B-B14F-4D97-AF65-F5344CB8AC3E}">
        <p14:creationId xmlns:p14="http://schemas.microsoft.com/office/powerpoint/2010/main" val="3329896676"/>
      </p:ext>
    </p:extLst>
  </p:cSld>
  <p:clrMapOvr>
    <a:masterClrMapping/>
  </p:clrMapOvr>
  <p:transition>
    <p:fade/>
  </p:transition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evice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nline Image Placeholder 2">
            <a:extLst>
              <a:ext uri="{FF2B5EF4-FFF2-40B4-BE49-F238E27FC236}">
                <a16:creationId xmlns:a16="http://schemas.microsoft.com/office/drawing/2014/main" id="{562D5679-B66F-A244-9E94-0FFE5F1B6168}"/>
              </a:ext>
            </a:extLst>
          </p:cNvPr>
          <p:cNvSpPr>
            <a:spLocks noGrp="1"/>
          </p:cNvSpPr>
          <p:nvPr>
            <p:ph type="clipArt" sz="quarter" idx="11" hasCustomPrompt="1"/>
          </p:nvPr>
        </p:nvSpPr>
        <p:spPr>
          <a:xfrm>
            <a:off x="5982391" y="2145841"/>
            <a:ext cx="5780073" cy="3756460"/>
          </a:xfrm>
        </p:spPr>
        <p:txBody>
          <a:bodyPr anchor="ctr">
            <a:noAutofit/>
          </a:bodyPr>
          <a:lstStyle>
            <a:lvl1pPr algn="ctr">
              <a:defRPr sz="1961">
                <a:latin typeface="+mj-lt"/>
              </a:defRPr>
            </a:lvl1pPr>
          </a:lstStyle>
          <a:p>
            <a:r>
              <a:rPr lang="en-US"/>
              <a:t>Drop photo here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0" hasCustomPrompt="1"/>
          </p:nvPr>
        </p:nvSpPr>
        <p:spPr>
          <a:xfrm>
            <a:off x="426424" y="2145841"/>
            <a:ext cx="5138175" cy="2573509"/>
          </a:xfrm>
        </p:spPr>
        <p:txBody>
          <a:bodyPr wrap="square" lIns="0" tIns="0" rIns="0" bIns="0">
            <a:noAutofit/>
          </a:bodyPr>
          <a:lstStyle>
            <a:lvl1pPr marL="0" marR="0" indent="0" algn="l" defTabSz="914367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2549"/>
              </a:spcAft>
              <a:buClrTx/>
              <a:buSzPct val="90000"/>
              <a:buFont typeface="Wingdings" panose="05000000000000000000" pitchFamily="2" charset="2"/>
              <a:buNone/>
              <a:tabLst/>
              <a:defRPr sz="2549" b="0" i="0">
                <a:solidFill>
                  <a:srgbClr val="000000"/>
                </a:solidFill>
                <a:latin typeface="+mn-lt"/>
              </a:defRPr>
            </a:lvl1pPr>
            <a:lvl2pPr marL="224097" marR="0" indent="0" algn="l" defTabSz="914367" rtl="0" eaLnBrk="1" fontAlgn="auto" latinLnBrk="0" hangingPunct="1">
              <a:lnSpc>
                <a:spcPct val="90000"/>
              </a:lnSpc>
              <a:spcBef>
                <a:spcPct val="20000"/>
              </a:spcBef>
              <a:spcAft>
                <a:spcPts val="0"/>
              </a:spcAft>
              <a:buClrTx/>
              <a:buSzPct val="90000"/>
              <a:buFont typeface="Wingdings" panose="05000000000000000000" pitchFamily="2" charset="2"/>
              <a:buNone/>
              <a:tabLst/>
              <a:defRPr/>
            </a:lvl2pPr>
            <a:lvl3pPr marL="448193" indent="0">
              <a:buNone/>
              <a:defRPr/>
            </a:lvl3pPr>
            <a:lvl4pPr marL="672290" indent="0">
              <a:buNone/>
              <a:defRPr/>
            </a:lvl4pPr>
            <a:lvl5pPr marL="896386" indent="0">
              <a:buNone/>
              <a:defRPr/>
            </a:lvl5pPr>
          </a:lstStyle>
          <a:p>
            <a:pPr lvl="0"/>
            <a:r>
              <a:rPr lang="pt-BR"/>
              <a:t>Subhead Segoe UI 26pt</a:t>
            </a:r>
          </a:p>
          <a:p>
            <a:pPr lvl="0"/>
            <a:r>
              <a:rPr lang="pt-BR"/>
              <a:t>Subhead Segoe UI 26pt</a:t>
            </a:r>
          </a:p>
          <a:p>
            <a:pPr lvl="0"/>
            <a:r>
              <a:rPr lang="pt-BR"/>
              <a:t>Subhead Segoe UI 26pt</a:t>
            </a:r>
          </a:p>
        </p:txBody>
      </p:sp>
      <p:sp>
        <p:nvSpPr>
          <p:cNvPr id="6" name="Title Placeholder 1">
            <a:extLst>
              <a:ext uri="{FF2B5EF4-FFF2-40B4-BE49-F238E27FC236}">
                <a16:creationId xmlns:a16="http://schemas.microsoft.com/office/drawing/2014/main" id="{E60CBD1C-0AFE-4EB9-94D7-943981FE05E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26424" y="440495"/>
            <a:ext cx="11336039" cy="739343"/>
          </a:xfrm>
          <a:prstGeom prst="rect">
            <a:avLst/>
          </a:prstGeom>
        </p:spPr>
        <p:txBody>
          <a:bodyPr vert="horz" wrap="square" lIns="0" tIns="164592" rIns="0" bIns="0" rtlCol="0" anchor="t">
            <a:noAutofit/>
          </a:bodyPr>
          <a:lstStyle>
            <a:lvl1pPr>
              <a:defRPr>
                <a:solidFill>
                  <a:srgbClr val="000000"/>
                </a:solidFill>
              </a:defRPr>
            </a:lvl1pPr>
          </a:lstStyle>
          <a:p>
            <a:r>
              <a:rPr lang="en-US"/>
              <a:t>Device layout</a:t>
            </a:r>
          </a:p>
        </p:txBody>
      </p:sp>
    </p:spTree>
    <p:extLst>
      <p:ext uri="{BB962C8B-B14F-4D97-AF65-F5344CB8AC3E}">
        <p14:creationId xmlns:p14="http://schemas.microsoft.com/office/powerpoint/2010/main" val="318052873"/>
      </p:ext>
    </p:extLst>
  </p:cSld>
  <p:clrMapOvr>
    <a:masterClrMapping/>
  </p:clrMapOvr>
  <p:transition>
    <p:fade/>
  </p:transition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raphic layout: three columns graphic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 userDrawn="1"/>
        </p:nvSpPr>
        <p:spPr bwMode="auto">
          <a:xfrm>
            <a:off x="426425" y="1599723"/>
            <a:ext cx="3632388" cy="3128966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79285" tIns="143428" rIns="179285" bIns="143428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1410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2353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16" name="Content Placeholder 15"/>
          <p:cNvSpPr>
            <a:spLocks noGrp="1"/>
          </p:cNvSpPr>
          <p:nvPr>
            <p:ph sz="quarter" idx="17" hasCustomPrompt="1"/>
          </p:nvPr>
        </p:nvSpPr>
        <p:spPr>
          <a:xfrm>
            <a:off x="897219" y="1958468"/>
            <a:ext cx="2698612" cy="2411476"/>
          </a:xfrm>
        </p:spPr>
        <p:txBody>
          <a:bodyPr anchor="ctr">
            <a:noAutofit/>
          </a:bodyPr>
          <a:lstStyle>
            <a:lvl1pPr marL="0" indent="0" algn="ctr">
              <a:buNone/>
              <a:defRPr sz="1961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en-US"/>
              <a:t> </a:t>
            </a:r>
          </a:p>
        </p:txBody>
      </p:sp>
      <p:sp>
        <p:nvSpPr>
          <p:cNvPr id="6" name="Rectangle 5"/>
          <p:cNvSpPr/>
          <p:nvPr userDrawn="1"/>
        </p:nvSpPr>
        <p:spPr bwMode="auto">
          <a:xfrm>
            <a:off x="4281363" y="1599723"/>
            <a:ext cx="3623052" cy="3128966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79285" tIns="143428" rIns="179285" bIns="143428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1410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2353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8" name="Rectangle 7"/>
          <p:cNvSpPr/>
          <p:nvPr userDrawn="1"/>
        </p:nvSpPr>
        <p:spPr bwMode="auto">
          <a:xfrm>
            <a:off x="8126965" y="1599723"/>
            <a:ext cx="3635499" cy="3128966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79285" tIns="143428" rIns="179285" bIns="143428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1410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2353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17" name="Content Placeholder 15"/>
          <p:cNvSpPr>
            <a:spLocks noGrp="1"/>
          </p:cNvSpPr>
          <p:nvPr userDrawn="1">
            <p:ph sz="quarter" idx="18" hasCustomPrompt="1"/>
          </p:nvPr>
        </p:nvSpPr>
        <p:spPr>
          <a:xfrm>
            <a:off x="4746694" y="1958468"/>
            <a:ext cx="2698612" cy="2411476"/>
          </a:xfrm>
        </p:spPr>
        <p:txBody>
          <a:bodyPr anchor="ctr">
            <a:noAutofit/>
          </a:bodyPr>
          <a:lstStyle>
            <a:lvl1pPr marL="0" indent="0" algn="ctr">
              <a:buNone/>
              <a:defRPr sz="1961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en-US"/>
              <a:t> </a:t>
            </a:r>
          </a:p>
        </p:txBody>
      </p:sp>
      <p:sp>
        <p:nvSpPr>
          <p:cNvPr id="18" name="Content Placeholder 15"/>
          <p:cNvSpPr>
            <a:spLocks noGrp="1"/>
          </p:cNvSpPr>
          <p:nvPr userDrawn="1">
            <p:ph sz="quarter" idx="19" hasCustomPrompt="1"/>
          </p:nvPr>
        </p:nvSpPr>
        <p:spPr>
          <a:xfrm>
            <a:off x="8598490" y="1958468"/>
            <a:ext cx="2698612" cy="2411476"/>
          </a:xfrm>
        </p:spPr>
        <p:txBody>
          <a:bodyPr anchor="ctr">
            <a:noAutofit/>
          </a:bodyPr>
          <a:lstStyle>
            <a:lvl1pPr marL="0" indent="0" algn="ctr">
              <a:buNone/>
              <a:defRPr sz="1961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en-US"/>
              <a:t> </a:t>
            </a:r>
          </a:p>
        </p:txBody>
      </p:sp>
      <p:sp>
        <p:nvSpPr>
          <p:cNvPr id="12" name="Title Placeholder 1">
            <a:extLst>
              <a:ext uri="{FF2B5EF4-FFF2-40B4-BE49-F238E27FC236}">
                <a16:creationId xmlns:a16="http://schemas.microsoft.com/office/drawing/2014/main" id="{FC74E6E5-9DAD-4A14-9C20-D9F9150874FE}"/>
              </a:ext>
            </a:extLst>
          </p:cNvPr>
          <p:cNvSpPr>
            <a:spLocks noGrp="1"/>
          </p:cNvSpPr>
          <p:nvPr userDrawn="1">
            <p:ph type="title" hasCustomPrompt="1"/>
          </p:nvPr>
        </p:nvSpPr>
        <p:spPr>
          <a:xfrm>
            <a:off x="426424" y="440495"/>
            <a:ext cx="11336039" cy="739343"/>
          </a:xfrm>
          <a:prstGeom prst="rect">
            <a:avLst/>
          </a:prstGeom>
        </p:spPr>
        <p:txBody>
          <a:bodyPr vert="horz" wrap="square" lIns="0" tIns="164592" rIns="0" bIns="0" rtlCol="0" anchor="t">
            <a:noAutofit/>
          </a:bodyPr>
          <a:lstStyle>
            <a:lvl1pPr>
              <a:defRPr>
                <a:solidFill>
                  <a:srgbClr val="000000"/>
                </a:solidFill>
              </a:defRPr>
            </a:lvl1pPr>
          </a:lstStyle>
          <a:p>
            <a:r>
              <a:rPr lang="en-US"/>
              <a:t>Graphic layout: three columns graphic and text</a:t>
            </a:r>
          </a:p>
        </p:txBody>
      </p:sp>
      <p:sp>
        <p:nvSpPr>
          <p:cNvPr id="13" name="Text Placeholder 4">
            <a:extLst>
              <a:ext uri="{FF2B5EF4-FFF2-40B4-BE49-F238E27FC236}">
                <a16:creationId xmlns:a16="http://schemas.microsoft.com/office/drawing/2014/main" id="{FB052D15-67DF-4845-863F-FEC853640A9E}"/>
              </a:ext>
            </a:extLst>
          </p:cNvPr>
          <p:cNvSpPr>
            <a:spLocks noGrp="1"/>
          </p:cNvSpPr>
          <p:nvPr userDrawn="1">
            <p:ph type="body" sz="quarter" idx="11" hasCustomPrompt="1"/>
          </p:nvPr>
        </p:nvSpPr>
        <p:spPr>
          <a:xfrm>
            <a:off x="426425" y="4927922"/>
            <a:ext cx="3627659" cy="1307666"/>
          </a:xfrm>
        </p:spPr>
        <p:txBody>
          <a:bodyPr lIns="0" tIns="0" rIns="0" bIns="0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784"/>
              </a:spcAft>
              <a:buNone/>
              <a:defRPr sz="1568" b="1">
                <a:solidFill>
                  <a:schemeClr val="accent1"/>
                </a:solidFill>
                <a:latin typeface="+mj-lt"/>
              </a:defRPr>
            </a:lvl1pPr>
            <a:lvl2pPr marL="0" marR="0" indent="0" algn="l" defTabSz="91436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784"/>
              </a:spcAft>
              <a:buClrTx/>
              <a:buSzPct val="90000"/>
              <a:buFont typeface="Arial" panose="020B0604020202020204" pitchFamily="34" charset="0"/>
              <a:buNone/>
              <a:tabLst/>
              <a:defRPr sz="1568">
                <a:solidFill>
                  <a:srgbClr val="000000"/>
                </a:solidFill>
              </a:defRPr>
            </a:lvl2pPr>
            <a:lvl3pPr marL="448193" indent="0">
              <a:buNone/>
              <a:defRPr/>
            </a:lvl3pPr>
            <a:lvl4pPr marL="672290" indent="0">
              <a:buNone/>
              <a:defRPr/>
            </a:lvl4pPr>
            <a:lvl5pPr marL="896386" indent="0">
              <a:buNone/>
              <a:defRPr/>
            </a:lvl5pPr>
          </a:lstStyle>
          <a:p>
            <a:pPr lvl="0"/>
            <a:r>
              <a:rPr lang="en-US"/>
              <a:t>Paragraph title Segoe UI </a:t>
            </a:r>
            <a:r>
              <a:rPr lang="en-US" err="1"/>
              <a:t>Semibold</a:t>
            </a:r>
            <a:r>
              <a:rPr lang="en-US"/>
              <a:t> 16</a:t>
            </a:r>
          </a:p>
          <a:p>
            <a:pPr lvl="1"/>
            <a:r>
              <a:rPr lang="en-US"/>
              <a:t>Body copy Segoe Regular 16. </a:t>
            </a:r>
            <a:r>
              <a:rPr lang="en-US" err="1"/>
              <a:t>Cavorest</a:t>
            </a:r>
            <a:r>
              <a:rPr lang="en-US"/>
              <a:t> a </a:t>
            </a:r>
            <a:r>
              <a:rPr lang="en-US" err="1"/>
              <a:t>aut</a:t>
            </a:r>
            <a:r>
              <a:rPr lang="en-US"/>
              <a:t> arum </a:t>
            </a:r>
            <a:r>
              <a:rPr lang="en-US" err="1"/>
              <a:t>quam</a:t>
            </a:r>
            <a:r>
              <a:rPr lang="en-US"/>
              <a:t> id eat ape </a:t>
            </a:r>
            <a:r>
              <a:rPr lang="en-US" err="1"/>
              <a:t>est</a:t>
            </a:r>
            <a:r>
              <a:rPr lang="en-US"/>
              <a:t>, qui </a:t>
            </a:r>
            <a:r>
              <a:rPr lang="en-US" err="1"/>
              <a:t>sinc</a:t>
            </a:r>
            <a:r>
              <a:rPr lang="en-US"/>
              <a:t>, </a:t>
            </a:r>
            <a:r>
              <a:rPr lang="en-US" err="1"/>
              <a:t>omnimusdae</a:t>
            </a:r>
            <a:r>
              <a:rPr lang="en-US"/>
              <a:t>. </a:t>
            </a:r>
            <a:r>
              <a:rPr lang="en-US" err="1"/>
              <a:t>Boribus</a:t>
            </a:r>
            <a:r>
              <a:rPr lang="en-US"/>
              <a:t> </a:t>
            </a:r>
            <a:r>
              <a:rPr lang="en-US" err="1"/>
              <a:t>sinctius</a:t>
            </a:r>
            <a:r>
              <a:rPr lang="en-US"/>
              <a:t> </a:t>
            </a:r>
            <a:r>
              <a:rPr lang="en-US" err="1"/>
              <a:t>nimaxime</a:t>
            </a:r>
            <a:r>
              <a:rPr lang="en-US"/>
              <a:t> sit et </a:t>
            </a:r>
            <a:r>
              <a:rPr lang="en-US" err="1"/>
              <a:t>nonsequibus</a:t>
            </a:r>
            <a:r>
              <a:rPr lang="en-US"/>
              <a:t> </a:t>
            </a:r>
            <a:r>
              <a:rPr lang="en-US" err="1"/>
              <a:t>dollendis</a:t>
            </a:r>
            <a:r>
              <a:rPr lang="en-US"/>
              <a:t> as </a:t>
            </a:r>
            <a:r>
              <a:rPr lang="en-US" err="1"/>
              <a:t>autestiat</a:t>
            </a:r>
            <a:r>
              <a:rPr lang="en-US"/>
              <a:t>.</a:t>
            </a:r>
          </a:p>
        </p:txBody>
      </p:sp>
      <p:sp>
        <p:nvSpPr>
          <p:cNvPr id="14" name="Text Placeholder 4">
            <a:extLst>
              <a:ext uri="{FF2B5EF4-FFF2-40B4-BE49-F238E27FC236}">
                <a16:creationId xmlns:a16="http://schemas.microsoft.com/office/drawing/2014/main" id="{A5ECD4C7-D870-4003-9FA8-85EBBED87940}"/>
              </a:ext>
            </a:extLst>
          </p:cNvPr>
          <p:cNvSpPr>
            <a:spLocks noGrp="1"/>
          </p:cNvSpPr>
          <p:nvPr userDrawn="1">
            <p:ph type="body" sz="quarter" idx="12" hasCustomPrompt="1"/>
          </p:nvPr>
        </p:nvSpPr>
        <p:spPr>
          <a:xfrm>
            <a:off x="4281362" y="4927922"/>
            <a:ext cx="3623051" cy="1307666"/>
          </a:xfrm>
        </p:spPr>
        <p:txBody>
          <a:bodyPr lIns="0" tIns="0" rIns="0" bIns="0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784"/>
              </a:spcAft>
              <a:buNone/>
              <a:defRPr sz="1568">
                <a:solidFill>
                  <a:schemeClr val="accent1"/>
                </a:solidFill>
                <a:latin typeface="+mj-lt"/>
              </a:defRPr>
            </a:lvl1pPr>
            <a:lvl2pPr marL="0" marR="0" indent="0" algn="l" defTabSz="91436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784"/>
              </a:spcAft>
              <a:buClrTx/>
              <a:buSzPct val="90000"/>
              <a:buFont typeface="Arial" panose="020B0604020202020204" pitchFamily="34" charset="0"/>
              <a:buNone/>
              <a:tabLst/>
              <a:defRPr sz="1568">
                <a:solidFill>
                  <a:srgbClr val="000000"/>
                </a:solidFill>
              </a:defRPr>
            </a:lvl2pPr>
            <a:lvl3pPr marL="448193" indent="0">
              <a:buNone/>
              <a:defRPr/>
            </a:lvl3pPr>
            <a:lvl4pPr marL="672290" indent="0">
              <a:buNone/>
              <a:defRPr/>
            </a:lvl4pPr>
            <a:lvl5pPr marL="896386" indent="0">
              <a:buNone/>
              <a:defRPr/>
            </a:lvl5pPr>
          </a:lstStyle>
          <a:p>
            <a:pPr lvl="0"/>
            <a:r>
              <a:rPr lang="en-US"/>
              <a:t>Paragraph title Segoe UI </a:t>
            </a:r>
            <a:r>
              <a:rPr lang="en-US" err="1"/>
              <a:t>Semibold</a:t>
            </a:r>
            <a:r>
              <a:rPr lang="en-US"/>
              <a:t> 16</a:t>
            </a:r>
          </a:p>
          <a:p>
            <a:pPr lvl="1"/>
            <a:r>
              <a:rPr lang="en-US"/>
              <a:t>Body copy Segoe Regular 16. </a:t>
            </a:r>
            <a:r>
              <a:rPr lang="en-US" err="1"/>
              <a:t>Cavorest</a:t>
            </a:r>
            <a:r>
              <a:rPr lang="en-US"/>
              <a:t> a </a:t>
            </a:r>
            <a:r>
              <a:rPr lang="en-US" err="1"/>
              <a:t>aut</a:t>
            </a:r>
            <a:r>
              <a:rPr lang="en-US"/>
              <a:t> arum </a:t>
            </a:r>
            <a:r>
              <a:rPr lang="en-US" err="1"/>
              <a:t>quam</a:t>
            </a:r>
            <a:r>
              <a:rPr lang="en-US"/>
              <a:t> id eat ape </a:t>
            </a:r>
            <a:r>
              <a:rPr lang="en-US" err="1"/>
              <a:t>est</a:t>
            </a:r>
            <a:r>
              <a:rPr lang="en-US"/>
              <a:t>, qui </a:t>
            </a:r>
            <a:r>
              <a:rPr lang="en-US" err="1"/>
              <a:t>sinc</a:t>
            </a:r>
            <a:r>
              <a:rPr lang="en-US"/>
              <a:t>, </a:t>
            </a:r>
            <a:r>
              <a:rPr lang="en-US" err="1"/>
              <a:t>omnimusdae</a:t>
            </a:r>
            <a:r>
              <a:rPr lang="en-US"/>
              <a:t>. </a:t>
            </a:r>
            <a:r>
              <a:rPr lang="en-US" err="1"/>
              <a:t>Boribus</a:t>
            </a:r>
            <a:r>
              <a:rPr lang="en-US"/>
              <a:t> </a:t>
            </a:r>
            <a:r>
              <a:rPr lang="en-US" err="1"/>
              <a:t>sinctius</a:t>
            </a:r>
            <a:r>
              <a:rPr lang="en-US"/>
              <a:t> </a:t>
            </a:r>
            <a:r>
              <a:rPr lang="en-US" err="1"/>
              <a:t>nimaxime</a:t>
            </a:r>
            <a:r>
              <a:rPr lang="en-US"/>
              <a:t> sit et </a:t>
            </a:r>
            <a:r>
              <a:rPr lang="en-US" err="1"/>
              <a:t>nonsequibus</a:t>
            </a:r>
            <a:r>
              <a:rPr lang="en-US"/>
              <a:t> </a:t>
            </a:r>
            <a:r>
              <a:rPr lang="en-US" err="1"/>
              <a:t>dollendis</a:t>
            </a:r>
            <a:r>
              <a:rPr lang="en-US"/>
              <a:t> as </a:t>
            </a:r>
            <a:r>
              <a:rPr lang="en-US" err="1"/>
              <a:t>autestiat</a:t>
            </a:r>
            <a:r>
              <a:rPr lang="en-US"/>
              <a:t>.</a:t>
            </a:r>
          </a:p>
        </p:txBody>
      </p:sp>
      <p:sp>
        <p:nvSpPr>
          <p:cNvPr id="15" name="Text Placeholder 4">
            <a:extLst>
              <a:ext uri="{FF2B5EF4-FFF2-40B4-BE49-F238E27FC236}">
                <a16:creationId xmlns:a16="http://schemas.microsoft.com/office/drawing/2014/main" id="{AA9BECBA-B2CC-4EE6-B54E-9ADB03EB2595}"/>
              </a:ext>
            </a:extLst>
          </p:cNvPr>
          <p:cNvSpPr>
            <a:spLocks noGrp="1"/>
          </p:cNvSpPr>
          <p:nvPr userDrawn="1">
            <p:ph type="body" sz="quarter" idx="13" hasCustomPrompt="1"/>
          </p:nvPr>
        </p:nvSpPr>
        <p:spPr>
          <a:xfrm>
            <a:off x="8126963" y="4927922"/>
            <a:ext cx="3635502" cy="1307666"/>
          </a:xfrm>
        </p:spPr>
        <p:txBody>
          <a:bodyPr lIns="0" tIns="0" rIns="0" bIns="0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784"/>
              </a:spcAft>
              <a:buNone/>
              <a:defRPr sz="1568">
                <a:solidFill>
                  <a:schemeClr val="accent1"/>
                </a:solidFill>
                <a:latin typeface="+mj-lt"/>
              </a:defRPr>
            </a:lvl1pPr>
            <a:lvl2pPr marL="0" marR="0" indent="0" algn="l" defTabSz="91436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784"/>
              </a:spcAft>
              <a:buClrTx/>
              <a:buSzPct val="90000"/>
              <a:buFont typeface="Arial" panose="020B0604020202020204" pitchFamily="34" charset="0"/>
              <a:buNone/>
              <a:tabLst/>
              <a:defRPr sz="1568">
                <a:solidFill>
                  <a:srgbClr val="000000"/>
                </a:solidFill>
              </a:defRPr>
            </a:lvl2pPr>
            <a:lvl3pPr marL="448193" indent="0">
              <a:buNone/>
              <a:defRPr/>
            </a:lvl3pPr>
            <a:lvl4pPr marL="672290" indent="0">
              <a:buNone/>
              <a:defRPr/>
            </a:lvl4pPr>
            <a:lvl5pPr marL="896386" indent="0">
              <a:buNone/>
              <a:defRPr/>
            </a:lvl5pPr>
          </a:lstStyle>
          <a:p>
            <a:pPr lvl="0"/>
            <a:r>
              <a:rPr lang="en-US"/>
              <a:t>Paragraph title Segoe UI bold 16</a:t>
            </a:r>
          </a:p>
          <a:p>
            <a:pPr lvl="1"/>
            <a:r>
              <a:rPr lang="en-US"/>
              <a:t>Body copy Segoe Regular 16. </a:t>
            </a:r>
            <a:r>
              <a:rPr lang="en-US" err="1"/>
              <a:t>Cavorest</a:t>
            </a:r>
            <a:r>
              <a:rPr lang="en-US"/>
              <a:t> a </a:t>
            </a:r>
            <a:r>
              <a:rPr lang="en-US" err="1"/>
              <a:t>aut</a:t>
            </a:r>
            <a:r>
              <a:rPr lang="en-US"/>
              <a:t> arum </a:t>
            </a:r>
            <a:r>
              <a:rPr lang="en-US" err="1"/>
              <a:t>quam</a:t>
            </a:r>
            <a:r>
              <a:rPr lang="en-US"/>
              <a:t> id eat ape </a:t>
            </a:r>
            <a:r>
              <a:rPr lang="en-US" err="1"/>
              <a:t>est</a:t>
            </a:r>
            <a:r>
              <a:rPr lang="en-US"/>
              <a:t>, qui </a:t>
            </a:r>
            <a:r>
              <a:rPr lang="en-US" err="1"/>
              <a:t>sinc</a:t>
            </a:r>
            <a:r>
              <a:rPr lang="en-US"/>
              <a:t>, </a:t>
            </a:r>
            <a:r>
              <a:rPr lang="en-US" err="1"/>
              <a:t>omnimusdae</a:t>
            </a:r>
            <a:r>
              <a:rPr lang="en-US"/>
              <a:t>. </a:t>
            </a:r>
            <a:r>
              <a:rPr lang="en-US" err="1"/>
              <a:t>Boribus</a:t>
            </a:r>
            <a:r>
              <a:rPr lang="en-US"/>
              <a:t> </a:t>
            </a:r>
            <a:r>
              <a:rPr lang="en-US" err="1"/>
              <a:t>sinctius</a:t>
            </a:r>
            <a:r>
              <a:rPr lang="en-US"/>
              <a:t> </a:t>
            </a:r>
            <a:r>
              <a:rPr lang="en-US" err="1"/>
              <a:t>nimaxime</a:t>
            </a:r>
            <a:r>
              <a:rPr lang="en-US"/>
              <a:t> sit et </a:t>
            </a:r>
            <a:r>
              <a:rPr lang="en-US" err="1"/>
              <a:t>nonsequibus</a:t>
            </a:r>
            <a:r>
              <a:rPr lang="en-US"/>
              <a:t> </a:t>
            </a:r>
            <a:r>
              <a:rPr lang="en-US" err="1"/>
              <a:t>dollendis</a:t>
            </a:r>
            <a:r>
              <a:rPr lang="en-US"/>
              <a:t> as </a:t>
            </a:r>
            <a:r>
              <a:rPr lang="en-US" err="1"/>
              <a:t>autestiat</a:t>
            </a:r>
            <a:r>
              <a:rPr lang="en-US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033357484"/>
      </p:ext>
    </p:extLst>
  </p:cSld>
  <p:clrMapOvr>
    <a:masterClrMapping/>
  </p:clrMapOvr>
  <p:transition>
    <p:fade/>
  </p:transition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raphic layout: four columns graphic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>
            <a:extLst>
              <a:ext uri="{FF2B5EF4-FFF2-40B4-BE49-F238E27FC236}">
                <a16:creationId xmlns:a16="http://schemas.microsoft.com/office/drawing/2014/main" id="{9594C393-E06E-3A4C-A658-2526A14DA5A1}"/>
              </a:ext>
            </a:extLst>
          </p:cNvPr>
          <p:cNvSpPr/>
          <p:nvPr userDrawn="1"/>
        </p:nvSpPr>
        <p:spPr bwMode="auto">
          <a:xfrm>
            <a:off x="9109046" y="1590385"/>
            <a:ext cx="2653417" cy="3128965"/>
          </a:xfrm>
          <a:prstGeom prst="rect">
            <a:avLst/>
          </a:prstGeom>
          <a:solidFill>
            <a:schemeClr val="bg2"/>
          </a:solidFill>
          <a:ln>
            <a:noFill/>
            <a:headEnd type="none" w="med" len="med"/>
            <a:tailEnd type="none" w="med" len="med"/>
          </a:ln>
          <a:effectLst>
            <a:outerShdw blurRad="76200" algn="ctr" rotWithShape="0">
              <a:schemeClr val="bg2">
                <a:lumMod val="50000"/>
                <a:alpha val="80000"/>
              </a:schemeClr>
            </a:outerShdw>
          </a:effectLst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79285" tIns="143428" rIns="179285" bIns="143428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1410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2353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A011C51E-94BA-C44D-ABF4-E87C4124DAF0}"/>
              </a:ext>
            </a:extLst>
          </p:cNvPr>
          <p:cNvSpPr/>
          <p:nvPr userDrawn="1"/>
        </p:nvSpPr>
        <p:spPr bwMode="auto">
          <a:xfrm>
            <a:off x="6214840" y="1590385"/>
            <a:ext cx="2653417" cy="3128965"/>
          </a:xfrm>
          <a:prstGeom prst="rect">
            <a:avLst/>
          </a:prstGeom>
          <a:solidFill>
            <a:schemeClr val="bg2"/>
          </a:solidFill>
          <a:ln>
            <a:noFill/>
            <a:headEnd type="none" w="med" len="med"/>
            <a:tailEnd type="none" w="med" len="med"/>
          </a:ln>
          <a:effectLst>
            <a:outerShdw blurRad="76200" algn="ctr" rotWithShape="0">
              <a:schemeClr val="bg2">
                <a:lumMod val="50000"/>
                <a:alpha val="80000"/>
              </a:schemeClr>
            </a:outerShdw>
          </a:effectLst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79285" tIns="143428" rIns="179285" bIns="143428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1410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2353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E6DDB665-2DD7-AE40-9862-C6E8E22E9215}"/>
              </a:ext>
            </a:extLst>
          </p:cNvPr>
          <p:cNvSpPr/>
          <p:nvPr userDrawn="1"/>
        </p:nvSpPr>
        <p:spPr bwMode="auto">
          <a:xfrm>
            <a:off x="3320633" y="1590385"/>
            <a:ext cx="2653417" cy="3128965"/>
          </a:xfrm>
          <a:prstGeom prst="rect">
            <a:avLst/>
          </a:prstGeom>
          <a:solidFill>
            <a:schemeClr val="bg2"/>
          </a:solidFill>
          <a:ln>
            <a:noFill/>
            <a:headEnd type="none" w="med" len="med"/>
            <a:tailEnd type="none" w="med" len="med"/>
          </a:ln>
          <a:effectLst>
            <a:outerShdw blurRad="76200" algn="ctr" rotWithShape="0">
              <a:schemeClr val="bg2">
                <a:lumMod val="50000"/>
                <a:alpha val="80000"/>
              </a:schemeClr>
            </a:outerShdw>
          </a:effectLst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79285" tIns="143428" rIns="179285" bIns="143428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1410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2353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4CD677DE-AA2C-984C-BAE1-54D5F0B518CE}"/>
              </a:ext>
            </a:extLst>
          </p:cNvPr>
          <p:cNvSpPr/>
          <p:nvPr userDrawn="1"/>
        </p:nvSpPr>
        <p:spPr bwMode="auto">
          <a:xfrm>
            <a:off x="426426" y="1590385"/>
            <a:ext cx="2653417" cy="3128965"/>
          </a:xfrm>
          <a:prstGeom prst="rect">
            <a:avLst/>
          </a:prstGeom>
          <a:solidFill>
            <a:schemeClr val="bg2"/>
          </a:solidFill>
          <a:ln>
            <a:noFill/>
            <a:headEnd type="none" w="med" len="med"/>
            <a:tailEnd type="none" w="med" len="med"/>
          </a:ln>
          <a:effectLst>
            <a:outerShdw blurRad="76200" algn="ctr" rotWithShape="0">
              <a:schemeClr val="bg2">
                <a:lumMod val="50000"/>
                <a:alpha val="80000"/>
              </a:schemeClr>
            </a:outerShdw>
          </a:effectLst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79285" tIns="143428" rIns="179285" bIns="143428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1410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2353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347712A-15EB-884C-BF95-7C690BA7781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26424" y="435824"/>
            <a:ext cx="11336039" cy="744014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Graphic layout: four columns graphic and text</a:t>
            </a:r>
          </a:p>
        </p:txBody>
      </p:sp>
      <p:sp>
        <p:nvSpPr>
          <p:cNvPr id="4" name="Content Placeholder 15">
            <a:extLst>
              <a:ext uri="{FF2B5EF4-FFF2-40B4-BE49-F238E27FC236}">
                <a16:creationId xmlns:a16="http://schemas.microsoft.com/office/drawing/2014/main" id="{F580A529-D3A8-5643-80BA-3E2BE1AA8D57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966751" y="2135537"/>
            <a:ext cx="1572767" cy="2038660"/>
          </a:xfrm>
        </p:spPr>
        <p:txBody>
          <a:bodyPr anchor="ctr">
            <a:noAutofit/>
          </a:bodyPr>
          <a:lstStyle>
            <a:lvl1pPr marL="0" indent="0" algn="ctr">
              <a:buNone/>
              <a:defRPr sz="1961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en-US"/>
              <a:t> </a:t>
            </a:r>
          </a:p>
        </p:txBody>
      </p:sp>
      <p:sp>
        <p:nvSpPr>
          <p:cNvPr id="7" name="Content Placeholder 15">
            <a:extLst>
              <a:ext uri="{FF2B5EF4-FFF2-40B4-BE49-F238E27FC236}">
                <a16:creationId xmlns:a16="http://schemas.microsoft.com/office/drawing/2014/main" id="{1F6D7A4B-5FFE-2741-8477-E0CAA019B079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3849259" y="2135537"/>
            <a:ext cx="1596164" cy="2038660"/>
          </a:xfrm>
        </p:spPr>
        <p:txBody>
          <a:bodyPr anchor="ctr">
            <a:noAutofit/>
          </a:bodyPr>
          <a:lstStyle>
            <a:lvl1pPr marL="0" indent="0" algn="ctr">
              <a:buNone/>
              <a:defRPr sz="1961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en-US"/>
              <a:t> </a:t>
            </a:r>
          </a:p>
        </p:txBody>
      </p:sp>
      <p:sp>
        <p:nvSpPr>
          <p:cNvPr id="9" name="Text Placeholder 4">
            <a:extLst>
              <a:ext uri="{FF2B5EF4-FFF2-40B4-BE49-F238E27FC236}">
                <a16:creationId xmlns:a16="http://schemas.microsoft.com/office/drawing/2014/main" id="{07CF99F6-2487-AC48-8A09-B34B72BD5FE9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26426" y="4927922"/>
            <a:ext cx="2653417" cy="1307666"/>
          </a:xfrm>
        </p:spPr>
        <p:txBody>
          <a:bodyPr lIns="0" tIns="0" rIns="0" bIns="0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784"/>
              </a:spcAft>
              <a:buNone/>
              <a:defRPr sz="1568" b="1">
                <a:solidFill>
                  <a:schemeClr val="accent1"/>
                </a:solidFill>
                <a:latin typeface="+mj-lt"/>
              </a:defRPr>
            </a:lvl1pPr>
            <a:lvl2pPr marL="0" marR="0" indent="0" algn="l" defTabSz="91436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784"/>
              </a:spcAft>
              <a:buClrTx/>
              <a:buSzPct val="90000"/>
              <a:buFont typeface="Arial" panose="020B0604020202020204" pitchFamily="34" charset="0"/>
              <a:buNone/>
              <a:tabLst/>
              <a:defRPr sz="1568">
                <a:solidFill>
                  <a:srgbClr val="000000"/>
                </a:solidFill>
              </a:defRPr>
            </a:lvl2pPr>
            <a:lvl3pPr marL="448193" indent="0">
              <a:buNone/>
              <a:defRPr/>
            </a:lvl3pPr>
            <a:lvl4pPr marL="672290" indent="0">
              <a:buNone/>
              <a:defRPr/>
            </a:lvl4pPr>
            <a:lvl5pPr marL="896386" indent="0">
              <a:buNone/>
              <a:defRPr/>
            </a:lvl5pPr>
          </a:lstStyle>
          <a:p>
            <a:pPr lvl="0"/>
            <a:r>
              <a:rPr lang="en-US"/>
              <a:t>Paragraph title Segoe UI </a:t>
            </a:r>
            <a:r>
              <a:rPr lang="en-US" err="1"/>
              <a:t>Semibold</a:t>
            </a:r>
            <a:r>
              <a:rPr lang="en-US"/>
              <a:t> 16</a:t>
            </a:r>
          </a:p>
          <a:p>
            <a:pPr lvl="1"/>
            <a:r>
              <a:rPr lang="en-US"/>
              <a:t>Body copy Segoe Regular 16. </a:t>
            </a:r>
            <a:r>
              <a:rPr lang="en-US" err="1"/>
              <a:t>Cavorest</a:t>
            </a:r>
            <a:r>
              <a:rPr lang="en-US"/>
              <a:t> a </a:t>
            </a:r>
            <a:r>
              <a:rPr lang="en-US" err="1"/>
              <a:t>aut</a:t>
            </a:r>
            <a:r>
              <a:rPr lang="en-US"/>
              <a:t> arum quam id eat ape </a:t>
            </a:r>
            <a:r>
              <a:rPr lang="en-US" err="1"/>
              <a:t>est</a:t>
            </a:r>
            <a:r>
              <a:rPr lang="en-US"/>
              <a:t>, qui </a:t>
            </a:r>
            <a:r>
              <a:rPr lang="en-US" err="1"/>
              <a:t>sinc</a:t>
            </a:r>
            <a:r>
              <a:rPr lang="en-US"/>
              <a:t>.</a:t>
            </a:r>
          </a:p>
        </p:txBody>
      </p:sp>
      <p:sp>
        <p:nvSpPr>
          <p:cNvPr id="10" name="Text Placeholder 4">
            <a:extLst>
              <a:ext uri="{FF2B5EF4-FFF2-40B4-BE49-F238E27FC236}">
                <a16:creationId xmlns:a16="http://schemas.microsoft.com/office/drawing/2014/main" id="{7F7B5F75-90C0-F44E-9322-8FF1108BD340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320633" y="4927922"/>
            <a:ext cx="2653417" cy="1307666"/>
          </a:xfrm>
        </p:spPr>
        <p:txBody>
          <a:bodyPr lIns="0" tIns="0" rIns="0" bIns="0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784"/>
              </a:spcAft>
              <a:buNone/>
              <a:defRPr sz="1568">
                <a:solidFill>
                  <a:schemeClr val="accent1"/>
                </a:solidFill>
                <a:latin typeface="+mj-lt"/>
              </a:defRPr>
            </a:lvl1pPr>
            <a:lvl2pPr marL="0" marR="0" indent="0" algn="l" defTabSz="91436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784"/>
              </a:spcAft>
              <a:buClrTx/>
              <a:buSzPct val="90000"/>
              <a:buFont typeface="Arial" panose="020B0604020202020204" pitchFamily="34" charset="0"/>
              <a:buNone/>
              <a:tabLst/>
              <a:defRPr sz="1568">
                <a:solidFill>
                  <a:srgbClr val="000000"/>
                </a:solidFill>
              </a:defRPr>
            </a:lvl2pPr>
            <a:lvl3pPr marL="448193" indent="0">
              <a:buNone/>
              <a:defRPr/>
            </a:lvl3pPr>
            <a:lvl4pPr marL="672290" indent="0">
              <a:buNone/>
              <a:defRPr/>
            </a:lvl4pPr>
            <a:lvl5pPr marL="896386" indent="0">
              <a:buNone/>
              <a:defRPr/>
            </a:lvl5pPr>
          </a:lstStyle>
          <a:p>
            <a:pPr lvl="0"/>
            <a:r>
              <a:rPr lang="en-US"/>
              <a:t>Paragraph title Segoe UI </a:t>
            </a:r>
            <a:r>
              <a:rPr lang="en-US" err="1"/>
              <a:t>Semibold</a:t>
            </a:r>
            <a:r>
              <a:rPr lang="en-US"/>
              <a:t> 16</a:t>
            </a:r>
          </a:p>
          <a:p>
            <a:pPr lvl="1"/>
            <a:r>
              <a:rPr lang="en-US"/>
              <a:t>Body copy Segoe Regular 16. </a:t>
            </a:r>
            <a:r>
              <a:rPr lang="en-US" err="1"/>
              <a:t>Cavorest</a:t>
            </a:r>
            <a:r>
              <a:rPr lang="en-US"/>
              <a:t> a </a:t>
            </a:r>
            <a:r>
              <a:rPr lang="en-US" err="1"/>
              <a:t>aut</a:t>
            </a:r>
            <a:r>
              <a:rPr lang="en-US"/>
              <a:t> arum quam id eat ape </a:t>
            </a:r>
            <a:r>
              <a:rPr lang="en-US" err="1"/>
              <a:t>est</a:t>
            </a:r>
            <a:r>
              <a:rPr lang="en-US"/>
              <a:t>, qui </a:t>
            </a:r>
            <a:r>
              <a:rPr lang="en-US" err="1"/>
              <a:t>sinc</a:t>
            </a:r>
            <a:r>
              <a:rPr lang="en-US"/>
              <a:t>.</a:t>
            </a:r>
          </a:p>
        </p:txBody>
      </p:sp>
      <p:sp>
        <p:nvSpPr>
          <p:cNvPr id="11" name="Text Placeholder 4">
            <a:extLst>
              <a:ext uri="{FF2B5EF4-FFF2-40B4-BE49-F238E27FC236}">
                <a16:creationId xmlns:a16="http://schemas.microsoft.com/office/drawing/2014/main" id="{6E444E9C-8096-FE42-BE2A-094180C6110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214840" y="4927922"/>
            <a:ext cx="2653417" cy="1307666"/>
          </a:xfrm>
        </p:spPr>
        <p:txBody>
          <a:bodyPr lIns="0" tIns="0" rIns="0" bIns="0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784"/>
              </a:spcAft>
              <a:buNone/>
              <a:defRPr sz="1568">
                <a:solidFill>
                  <a:schemeClr val="accent1"/>
                </a:solidFill>
                <a:latin typeface="+mj-lt"/>
              </a:defRPr>
            </a:lvl1pPr>
            <a:lvl2pPr marL="0" marR="0" indent="0" algn="l" defTabSz="91436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784"/>
              </a:spcAft>
              <a:buClrTx/>
              <a:buSzPct val="90000"/>
              <a:buFont typeface="Arial" panose="020B0604020202020204" pitchFamily="34" charset="0"/>
              <a:buNone/>
              <a:tabLst/>
              <a:defRPr sz="1568">
                <a:solidFill>
                  <a:srgbClr val="000000"/>
                </a:solidFill>
              </a:defRPr>
            </a:lvl2pPr>
            <a:lvl3pPr marL="448193" indent="0">
              <a:buNone/>
              <a:defRPr/>
            </a:lvl3pPr>
            <a:lvl4pPr marL="672290" indent="0">
              <a:buNone/>
              <a:defRPr/>
            </a:lvl4pPr>
            <a:lvl5pPr marL="896386" indent="0">
              <a:buNone/>
              <a:defRPr/>
            </a:lvl5pPr>
          </a:lstStyle>
          <a:p>
            <a:pPr lvl="0"/>
            <a:r>
              <a:rPr lang="en-US"/>
              <a:t>Paragraph title Segoe UI bold 16</a:t>
            </a:r>
          </a:p>
          <a:p>
            <a:pPr lvl="1"/>
            <a:r>
              <a:rPr lang="en-US"/>
              <a:t>Body copy Segoe Regular 16. </a:t>
            </a:r>
            <a:r>
              <a:rPr lang="en-US" err="1"/>
              <a:t>Cavorest</a:t>
            </a:r>
            <a:r>
              <a:rPr lang="en-US"/>
              <a:t> a </a:t>
            </a:r>
            <a:r>
              <a:rPr lang="en-US" err="1"/>
              <a:t>aut</a:t>
            </a:r>
            <a:r>
              <a:rPr lang="en-US"/>
              <a:t> arum quam id eat ape </a:t>
            </a:r>
            <a:r>
              <a:rPr lang="en-US" err="1"/>
              <a:t>est</a:t>
            </a:r>
            <a:r>
              <a:rPr lang="en-US"/>
              <a:t>, qui </a:t>
            </a:r>
            <a:r>
              <a:rPr lang="en-US" err="1"/>
              <a:t>sinc</a:t>
            </a:r>
            <a:r>
              <a:rPr lang="en-US"/>
              <a:t>.</a:t>
            </a:r>
          </a:p>
        </p:txBody>
      </p:sp>
      <p:sp>
        <p:nvSpPr>
          <p:cNvPr id="13" name="Content Placeholder 15">
            <a:extLst>
              <a:ext uri="{FF2B5EF4-FFF2-40B4-BE49-F238E27FC236}">
                <a16:creationId xmlns:a16="http://schemas.microsoft.com/office/drawing/2014/main" id="{30602BFF-4B8C-D046-AD65-47970BC89DF5}"/>
              </a:ext>
            </a:extLst>
          </p:cNvPr>
          <p:cNvSpPr>
            <a:spLocks noGrp="1"/>
          </p:cNvSpPr>
          <p:nvPr>
            <p:ph sz="quarter" idx="19" hasCustomPrompt="1"/>
          </p:nvPr>
        </p:nvSpPr>
        <p:spPr>
          <a:xfrm>
            <a:off x="6743466" y="2135537"/>
            <a:ext cx="1596164" cy="2038660"/>
          </a:xfrm>
        </p:spPr>
        <p:txBody>
          <a:bodyPr anchor="ctr">
            <a:noAutofit/>
          </a:bodyPr>
          <a:lstStyle>
            <a:lvl1pPr marL="0" indent="0" algn="ctr">
              <a:buNone/>
              <a:defRPr sz="1961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en-US"/>
              <a:t> </a:t>
            </a:r>
          </a:p>
        </p:txBody>
      </p:sp>
      <p:sp>
        <p:nvSpPr>
          <p:cNvPr id="14" name="Content Placeholder 15">
            <a:extLst>
              <a:ext uri="{FF2B5EF4-FFF2-40B4-BE49-F238E27FC236}">
                <a16:creationId xmlns:a16="http://schemas.microsoft.com/office/drawing/2014/main" id="{88A8CB35-A244-544E-8BAE-53CB85074FBB}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9637672" y="2135537"/>
            <a:ext cx="1596164" cy="2038660"/>
          </a:xfrm>
        </p:spPr>
        <p:txBody>
          <a:bodyPr anchor="ctr">
            <a:noAutofit/>
          </a:bodyPr>
          <a:lstStyle>
            <a:lvl1pPr marL="0" indent="0" algn="ctr">
              <a:buNone/>
              <a:defRPr sz="1961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en-US"/>
              <a:t> </a:t>
            </a:r>
          </a:p>
        </p:txBody>
      </p:sp>
      <p:sp>
        <p:nvSpPr>
          <p:cNvPr id="15" name="Text Placeholder 4">
            <a:extLst>
              <a:ext uri="{FF2B5EF4-FFF2-40B4-BE49-F238E27FC236}">
                <a16:creationId xmlns:a16="http://schemas.microsoft.com/office/drawing/2014/main" id="{D8D35D15-66F4-4840-BA72-4B7AB5A24EFD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9109046" y="4927922"/>
            <a:ext cx="2653417" cy="1307666"/>
          </a:xfrm>
        </p:spPr>
        <p:txBody>
          <a:bodyPr lIns="0" tIns="0" rIns="0" bIns="0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784"/>
              </a:spcAft>
              <a:buNone/>
              <a:defRPr sz="1568">
                <a:solidFill>
                  <a:schemeClr val="accent1"/>
                </a:solidFill>
                <a:latin typeface="+mj-lt"/>
              </a:defRPr>
            </a:lvl1pPr>
            <a:lvl2pPr marL="0" marR="0" indent="0" algn="l" defTabSz="91436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784"/>
              </a:spcAft>
              <a:buClrTx/>
              <a:buSzPct val="90000"/>
              <a:buFont typeface="Arial" panose="020B0604020202020204" pitchFamily="34" charset="0"/>
              <a:buNone/>
              <a:tabLst/>
              <a:defRPr sz="1568">
                <a:solidFill>
                  <a:srgbClr val="000000"/>
                </a:solidFill>
              </a:defRPr>
            </a:lvl2pPr>
            <a:lvl3pPr marL="448193" indent="0">
              <a:buNone/>
              <a:defRPr/>
            </a:lvl3pPr>
            <a:lvl4pPr marL="672290" indent="0">
              <a:buNone/>
              <a:defRPr/>
            </a:lvl4pPr>
            <a:lvl5pPr marL="896386" indent="0">
              <a:buNone/>
              <a:defRPr/>
            </a:lvl5pPr>
          </a:lstStyle>
          <a:p>
            <a:pPr lvl="0"/>
            <a:r>
              <a:rPr lang="en-US"/>
              <a:t>Paragraph title Segoe UI bold 16</a:t>
            </a:r>
          </a:p>
          <a:p>
            <a:pPr lvl="1"/>
            <a:r>
              <a:rPr lang="en-US"/>
              <a:t>Body copy Segoe Regular 16. </a:t>
            </a:r>
            <a:r>
              <a:rPr lang="en-US" err="1"/>
              <a:t>Cavorest</a:t>
            </a:r>
            <a:r>
              <a:rPr lang="en-US"/>
              <a:t> a </a:t>
            </a:r>
            <a:r>
              <a:rPr lang="en-US" err="1"/>
              <a:t>aut</a:t>
            </a:r>
            <a:r>
              <a:rPr lang="en-US"/>
              <a:t> arum quam id eat ape </a:t>
            </a:r>
            <a:r>
              <a:rPr lang="en-US" err="1"/>
              <a:t>est</a:t>
            </a:r>
            <a:r>
              <a:rPr lang="en-US"/>
              <a:t>, qui </a:t>
            </a:r>
            <a:r>
              <a:rPr lang="en-US" err="1"/>
              <a:t>sinc</a:t>
            </a:r>
            <a:r>
              <a:rPr lang="en-US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646606197"/>
      </p:ext>
    </p:extLst>
  </p:cSld>
  <p:clrMapOvr>
    <a:masterClrMapping/>
  </p:clrMapOvr>
  <p:transition>
    <p:fade/>
  </p:transition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title 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Title 35"/>
          <p:cNvSpPr>
            <a:spLocks noGrp="1"/>
          </p:cNvSpPr>
          <p:nvPr>
            <p:ph type="title" hasCustomPrompt="1"/>
          </p:nvPr>
        </p:nvSpPr>
        <p:spPr>
          <a:xfrm>
            <a:off x="426425" y="1184319"/>
            <a:ext cx="7477989" cy="3535032"/>
          </a:xfrm>
          <a:noFill/>
        </p:spPr>
        <p:txBody>
          <a:bodyPr vert="horz" wrap="square" lIns="0" tIns="0" rIns="0" bIns="0" rtlCol="0" anchor="t" anchorCtr="0">
            <a:noAutofit/>
          </a:bodyPr>
          <a:lstStyle>
            <a:lvl1pPr>
              <a:lnSpc>
                <a:spcPct val="90000"/>
              </a:lnSpc>
              <a:defRPr lang="en-US" sz="5294" spc="-147" dirty="0">
                <a:solidFill>
                  <a:srgbClr val="000000"/>
                </a:solidFill>
              </a:defRPr>
            </a:lvl1pPr>
          </a:lstStyle>
          <a:p>
            <a:pPr marL="0" lvl="0">
              <a:lnSpc>
                <a:spcPts val="5490"/>
              </a:lnSpc>
            </a:pPr>
            <a:r>
              <a:rPr lang="en-US"/>
              <a:t>Section title</a:t>
            </a:r>
          </a:p>
        </p:txBody>
      </p:sp>
    </p:spTree>
    <p:extLst>
      <p:ext uri="{BB962C8B-B14F-4D97-AF65-F5344CB8AC3E}">
        <p14:creationId xmlns:p14="http://schemas.microsoft.com/office/powerpoint/2010/main" val="456947350"/>
      </p:ext>
    </p:extLst>
  </p:cSld>
  <p:clrMapOvr>
    <a:masterClrMapping/>
  </p:clrMapOvr>
  <p:transition>
    <p:fade/>
  </p:transition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title blue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35">
            <a:extLst>
              <a:ext uri="{FF2B5EF4-FFF2-40B4-BE49-F238E27FC236}">
                <a16:creationId xmlns:a16="http://schemas.microsoft.com/office/drawing/2014/main" id="{51E9DCD3-357B-4AF7-BDD2-18E09F714F4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26425" y="1184319"/>
            <a:ext cx="7477989" cy="3535032"/>
          </a:xfrm>
          <a:noFill/>
        </p:spPr>
        <p:txBody>
          <a:bodyPr vert="horz" wrap="square" lIns="0" tIns="0" rIns="0" bIns="0" rtlCol="0" anchor="t" anchorCtr="0">
            <a:noAutofit/>
          </a:bodyPr>
          <a:lstStyle>
            <a:lvl1pPr>
              <a:lnSpc>
                <a:spcPct val="90000"/>
              </a:lnSpc>
              <a:defRPr lang="en-US" sz="5294" spc="-147" dirty="0">
                <a:solidFill>
                  <a:schemeClr val="tx2"/>
                </a:solidFill>
              </a:defRPr>
            </a:lvl1pPr>
          </a:lstStyle>
          <a:p>
            <a:pPr marL="0" lvl="0">
              <a:lnSpc>
                <a:spcPts val="5490"/>
              </a:lnSpc>
            </a:pPr>
            <a:r>
              <a:rPr lang="en-US"/>
              <a:t>Section title</a:t>
            </a:r>
          </a:p>
        </p:txBody>
      </p:sp>
    </p:spTree>
    <p:extLst>
      <p:ext uri="{BB962C8B-B14F-4D97-AF65-F5344CB8AC3E}">
        <p14:creationId xmlns:p14="http://schemas.microsoft.com/office/powerpoint/2010/main" val="2044933447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transition>
    <p:fade/>
  </p:transition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ank you blue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/>
          <p:cNvSpPr>
            <a:spLocks noGrp="1"/>
          </p:cNvSpPr>
          <p:nvPr>
            <p:ph type="title" hasCustomPrompt="1"/>
          </p:nvPr>
        </p:nvSpPr>
        <p:spPr>
          <a:xfrm>
            <a:off x="426425" y="1829711"/>
            <a:ext cx="7477989" cy="1473396"/>
          </a:xfrm>
          <a:noFill/>
        </p:spPr>
        <p:txBody>
          <a:bodyPr lIns="0" tIns="0" rIns="0" bIns="0" anchor="t" anchorCtr="0"/>
          <a:lstStyle>
            <a:lvl1pPr>
              <a:lnSpc>
                <a:spcPct val="100000"/>
              </a:lnSpc>
              <a:spcAft>
                <a:spcPts val="1274"/>
              </a:spcAft>
              <a:defRPr sz="2549" spc="-147" baseline="0">
                <a:solidFill>
                  <a:schemeClr val="bg2"/>
                </a:solidFill>
              </a:defRPr>
            </a:lvl1pPr>
          </a:lstStyle>
          <a:p>
            <a:r>
              <a:rPr lang="en-US"/>
              <a:t>Thank you.</a:t>
            </a:r>
          </a:p>
        </p:txBody>
      </p:sp>
      <p:sp>
        <p:nvSpPr>
          <p:cNvPr id="4" name="Text Box 3">
            <a:extLst>
              <a:ext uri="{FF2B5EF4-FFF2-40B4-BE49-F238E27FC236}">
                <a16:creationId xmlns:a16="http://schemas.microsoft.com/office/drawing/2014/main" id="{1688BD8D-D2E4-4DFC-B39C-D55D84362354}"/>
              </a:ext>
            </a:extLst>
          </p:cNvPr>
          <p:cNvSpPr txBox="1">
            <a:spLocks noChangeArrowheads="1"/>
          </p:cNvSpPr>
          <p:nvPr userDrawn="1"/>
        </p:nvSpPr>
        <p:spPr bwMode="blackWhite">
          <a:xfrm>
            <a:off x="428494" y="6318462"/>
            <a:ext cx="4482124" cy="105619"/>
          </a:xfrm>
          <a:prstGeom prst="rect">
            <a:avLst/>
          </a:prstGeom>
          <a:noFill/>
          <a:ln w="12700">
            <a:noFill/>
            <a:miter lim="800000"/>
            <a:headEnd type="none" w="sm" len="sm"/>
            <a:tailEnd type="none" w="sm" len="sm"/>
          </a:ln>
          <a:effectLst/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  <a:spAutoFit/>
          </a:bodyPr>
          <a:lstStyle/>
          <a:p>
            <a:pPr defTabSz="913924" eaLnBrk="0" hangingPunct="0"/>
            <a:r>
              <a:rPr lang="en-US" sz="686">
                <a:solidFill>
                  <a:schemeClr val="bg2"/>
                </a:solidFill>
                <a:cs typeface="Segoe UI" pitchFamily="34" charset="0"/>
              </a:rPr>
              <a:t>© Copyright Microsoft Corporation. All rights reserved.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36BDE7C-8AED-4A87-A171-2EB14E4B9838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428681" y="437140"/>
            <a:ext cx="896425" cy="1911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5895474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Photo layout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Placeholder 1">
            <a:extLst>
              <a:ext uri="{FF2B5EF4-FFF2-40B4-BE49-F238E27FC236}">
                <a16:creationId xmlns:a16="http://schemas.microsoft.com/office/drawing/2014/main" id="{87B2D435-6763-4273-8B58-EEB87561755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26425" y="440495"/>
            <a:ext cx="5555966" cy="758022"/>
          </a:xfrm>
          <a:prstGeom prst="rect">
            <a:avLst/>
          </a:prstGeom>
        </p:spPr>
        <p:txBody>
          <a:bodyPr vert="horz" wrap="square" lIns="0" tIns="164592" rIns="0" bIns="0" rtlCol="0" anchor="t">
            <a:noAutofit/>
          </a:bodyPr>
          <a:lstStyle>
            <a:lvl1pPr>
              <a:defRPr/>
            </a:lvl1pPr>
          </a:lstStyle>
          <a:p>
            <a:r>
              <a:rPr lang="en-US"/>
              <a:t>Photo layout 1</a:t>
            </a:r>
          </a:p>
        </p:txBody>
      </p:sp>
      <p:sp>
        <p:nvSpPr>
          <p:cNvPr id="6" name="Text Placeholder 3">
            <a:extLst>
              <a:ext uri="{FF2B5EF4-FFF2-40B4-BE49-F238E27FC236}">
                <a16:creationId xmlns:a16="http://schemas.microsoft.com/office/drawing/2014/main" id="{71CE2F71-BF91-4E7B-BDE5-A747EFEFF88C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26424" y="2145841"/>
            <a:ext cx="5555965" cy="2573509"/>
          </a:xfrm>
        </p:spPr>
        <p:txBody>
          <a:bodyPr wrap="square" lIns="0" tIns="0" rIns="0" bIns="0">
            <a:noAutofit/>
          </a:bodyPr>
          <a:lstStyle>
            <a:lvl1pPr marL="0" marR="0" indent="0" algn="l" defTabSz="914367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2549"/>
              </a:spcAft>
              <a:buClrTx/>
              <a:buSzPct val="90000"/>
              <a:buFont typeface="Wingdings" panose="05000000000000000000" pitchFamily="2" charset="2"/>
              <a:buNone/>
              <a:tabLst/>
              <a:defRPr sz="2549" b="0" i="0">
                <a:solidFill>
                  <a:srgbClr val="000000"/>
                </a:solidFill>
                <a:latin typeface="+mn-lt"/>
              </a:defRPr>
            </a:lvl1pPr>
            <a:lvl2pPr marL="224097" marR="0" indent="0" algn="l" defTabSz="914367" rtl="0" eaLnBrk="1" fontAlgn="auto" latinLnBrk="0" hangingPunct="1">
              <a:lnSpc>
                <a:spcPct val="90000"/>
              </a:lnSpc>
              <a:spcBef>
                <a:spcPct val="20000"/>
              </a:spcBef>
              <a:spcAft>
                <a:spcPts val="0"/>
              </a:spcAft>
              <a:buClrTx/>
              <a:buSzPct val="90000"/>
              <a:buFont typeface="Wingdings" panose="05000000000000000000" pitchFamily="2" charset="2"/>
              <a:buNone/>
              <a:tabLst/>
              <a:defRPr/>
            </a:lvl2pPr>
            <a:lvl3pPr marL="448193" indent="0">
              <a:buNone/>
              <a:defRPr/>
            </a:lvl3pPr>
            <a:lvl4pPr marL="672290" indent="0">
              <a:buNone/>
              <a:defRPr/>
            </a:lvl4pPr>
            <a:lvl5pPr marL="896386" indent="0">
              <a:buNone/>
              <a:defRPr/>
            </a:lvl5pPr>
          </a:lstStyle>
          <a:p>
            <a:pPr lvl="0"/>
            <a:r>
              <a:rPr lang="pt-BR"/>
              <a:t>Subhead Segoe UI 26pt</a:t>
            </a:r>
          </a:p>
          <a:p>
            <a:pPr lvl="0"/>
            <a:r>
              <a:rPr lang="pt-BR"/>
              <a:t>Subhead Segoe UI 26pt</a:t>
            </a:r>
          </a:p>
          <a:p>
            <a:pPr lvl="0"/>
            <a:r>
              <a:rPr lang="pt-BR"/>
              <a:t>Subhead Segoe UI 26pt</a:t>
            </a:r>
          </a:p>
        </p:txBody>
      </p:sp>
    </p:spTree>
    <p:extLst>
      <p:ext uri="{BB962C8B-B14F-4D97-AF65-F5344CB8AC3E}">
        <p14:creationId xmlns:p14="http://schemas.microsoft.com/office/powerpoint/2010/main" val="2893404912"/>
      </p:ext>
    </p:extLst>
  </p:cSld>
  <p:clrMapOvr>
    <a:masterClrMapping/>
  </p:clrMapOvr>
  <p:transition>
    <p:fade/>
  </p:transition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Graphic layout: three columns graphic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Placeholder 1">
            <a:extLst>
              <a:ext uri="{FF2B5EF4-FFF2-40B4-BE49-F238E27FC236}">
                <a16:creationId xmlns:a16="http://schemas.microsoft.com/office/drawing/2014/main" id="{FC74E6E5-9DAD-4A14-9C20-D9F9150874F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26424" y="440496"/>
            <a:ext cx="11336039" cy="739343"/>
          </a:xfrm>
          <a:prstGeom prst="rect">
            <a:avLst/>
          </a:prstGeom>
        </p:spPr>
        <p:txBody>
          <a:bodyPr vert="horz" wrap="square" lIns="0" tIns="164592" rIns="0" bIns="0" rtlCol="0" anchor="t">
            <a:noAutofit/>
          </a:bodyPr>
          <a:lstStyle>
            <a:lvl1pPr>
              <a:defRPr>
                <a:solidFill>
                  <a:srgbClr val="000000"/>
                </a:solidFill>
              </a:defRPr>
            </a:lvl1pPr>
          </a:lstStyle>
          <a:p>
            <a:r>
              <a:rPr lang="en-US"/>
              <a:t>Graphic layout: three columns graphic and text</a:t>
            </a:r>
          </a:p>
        </p:txBody>
      </p:sp>
      <p:sp>
        <p:nvSpPr>
          <p:cNvPr id="13" name="Text Placeholder 4">
            <a:extLst>
              <a:ext uri="{FF2B5EF4-FFF2-40B4-BE49-F238E27FC236}">
                <a16:creationId xmlns:a16="http://schemas.microsoft.com/office/drawing/2014/main" id="{FB052D15-67DF-4845-863F-FEC853640A9E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26426" y="4927922"/>
            <a:ext cx="3627659" cy="1307666"/>
          </a:xfrm>
        </p:spPr>
        <p:txBody>
          <a:bodyPr lIns="0" tIns="0" rIns="0" bIns="0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784"/>
              </a:spcAft>
              <a:buNone/>
              <a:defRPr sz="1567" b="1">
                <a:solidFill>
                  <a:schemeClr val="accent1"/>
                </a:solidFill>
                <a:latin typeface="+mj-lt"/>
              </a:defRPr>
            </a:lvl1pPr>
            <a:lvl2pPr marL="0" marR="0" indent="0" algn="l" defTabSz="91419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784"/>
              </a:spcAft>
              <a:buClrTx/>
              <a:buSzPct val="90000"/>
              <a:buFont typeface="Arial" panose="020B0604020202020204" pitchFamily="34" charset="0"/>
              <a:buNone/>
              <a:tabLst/>
              <a:defRPr sz="1567">
                <a:solidFill>
                  <a:srgbClr val="000000"/>
                </a:solidFill>
              </a:defRPr>
            </a:lvl2pPr>
            <a:lvl3pPr marL="448107" indent="0">
              <a:buNone/>
              <a:defRPr/>
            </a:lvl3pPr>
            <a:lvl4pPr marL="672161" indent="0">
              <a:buNone/>
              <a:defRPr/>
            </a:lvl4pPr>
            <a:lvl5pPr marL="896214" indent="0">
              <a:buNone/>
              <a:defRPr/>
            </a:lvl5pPr>
          </a:lstStyle>
          <a:p>
            <a:pPr lvl="0"/>
            <a:r>
              <a:rPr lang="en-US"/>
              <a:t>Paragraph title Segoe UI </a:t>
            </a:r>
            <a:r>
              <a:rPr lang="en-US" err="1"/>
              <a:t>Semibold</a:t>
            </a:r>
            <a:r>
              <a:rPr lang="en-US"/>
              <a:t> 16</a:t>
            </a:r>
          </a:p>
          <a:p>
            <a:pPr lvl="1"/>
            <a:r>
              <a:rPr lang="en-US"/>
              <a:t>Body copy Segoe Regular 16. </a:t>
            </a:r>
            <a:r>
              <a:rPr lang="en-US" err="1"/>
              <a:t>Cavorest</a:t>
            </a:r>
            <a:r>
              <a:rPr lang="en-US"/>
              <a:t> a </a:t>
            </a:r>
            <a:r>
              <a:rPr lang="en-US" err="1"/>
              <a:t>aut</a:t>
            </a:r>
            <a:r>
              <a:rPr lang="en-US"/>
              <a:t> arum </a:t>
            </a:r>
            <a:r>
              <a:rPr lang="en-US" err="1"/>
              <a:t>quam</a:t>
            </a:r>
            <a:r>
              <a:rPr lang="en-US"/>
              <a:t> id eat ape </a:t>
            </a:r>
            <a:r>
              <a:rPr lang="en-US" err="1"/>
              <a:t>est</a:t>
            </a:r>
            <a:r>
              <a:rPr lang="en-US"/>
              <a:t>, qui </a:t>
            </a:r>
            <a:r>
              <a:rPr lang="en-US" err="1"/>
              <a:t>sinc</a:t>
            </a:r>
            <a:r>
              <a:rPr lang="en-US"/>
              <a:t>, </a:t>
            </a:r>
            <a:r>
              <a:rPr lang="en-US" err="1"/>
              <a:t>omnimusdae</a:t>
            </a:r>
            <a:r>
              <a:rPr lang="en-US"/>
              <a:t>. </a:t>
            </a:r>
            <a:r>
              <a:rPr lang="en-US" err="1"/>
              <a:t>Boribus</a:t>
            </a:r>
            <a:r>
              <a:rPr lang="en-US"/>
              <a:t> </a:t>
            </a:r>
            <a:r>
              <a:rPr lang="en-US" err="1"/>
              <a:t>sinctius</a:t>
            </a:r>
            <a:r>
              <a:rPr lang="en-US"/>
              <a:t> </a:t>
            </a:r>
            <a:r>
              <a:rPr lang="en-US" err="1"/>
              <a:t>nimaxime</a:t>
            </a:r>
            <a:r>
              <a:rPr lang="en-US"/>
              <a:t> sit et </a:t>
            </a:r>
            <a:r>
              <a:rPr lang="en-US" err="1"/>
              <a:t>nonsequibus</a:t>
            </a:r>
            <a:r>
              <a:rPr lang="en-US"/>
              <a:t> </a:t>
            </a:r>
            <a:r>
              <a:rPr lang="en-US" err="1"/>
              <a:t>dollendis</a:t>
            </a:r>
            <a:r>
              <a:rPr lang="en-US"/>
              <a:t> as </a:t>
            </a:r>
            <a:r>
              <a:rPr lang="en-US" err="1"/>
              <a:t>autestiat</a:t>
            </a:r>
            <a:r>
              <a:rPr lang="en-US"/>
              <a:t>.</a:t>
            </a:r>
          </a:p>
        </p:txBody>
      </p:sp>
      <p:sp>
        <p:nvSpPr>
          <p:cNvPr id="14" name="Text Placeholder 4">
            <a:extLst>
              <a:ext uri="{FF2B5EF4-FFF2-40B4-BE49-F238E27FC236}">
                <a16:creationId xmlns:a16="http://schemas.microsoft.com/office/drawing/2014/main" id="{A5ECD4C7-D870-4003-9FA8-85EBBED87940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281363" y="4927922"/>
            <a:ext cx="3623051" cy="1307666"/>
          </a:xfrm>
        </p:spPr>
        <p:txBody>
          <a:bodyPr lIns="0" tIns="0" rIns="0" bIns="0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784"/>
              </a:spcAft>
              <a:buNone/>
              <a:defRPr sz="1567">
                <a:solidFill>
                  <a:schemeClr val="accent1"/>
                </a:solidFill>
                <a:latin typeface="+mj-lt"/>
              </a:defRPr>
            </a:lvl1pPr>
            <a:lvl2pPr marL="0" marR="0" indent="0" algn="l" defTabSz="91419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784"/>
              </a:spcAft>
              <a:buClrTx/>
              <a:buSzPct val="90000"/>
              <a:buFont typeface="Arial" panose="020B0604020202020204" pitchFamily="34" charset="0"/>
              <a:buNone/>
              <a:tabLst/>
              <a:defRPr sz="1567">
                <a:solidFill>
                  <a:srgbClr val="000000"/>
                </a:solidFill>
              </a:defRPr>
            </a:lvl2pPr>
            <a:lvl3pPr marL="448107" indent="0">
              <a:buNone/>
              <a:defRPr/>
            </a:lvl3pPr>
            <a:lvl4pPr marL="672161" indent="0">
              <a:buNone/>
              <a:defRPr/>
            </a:lvl4pPr>
            <a:lvl5pPr marL="896214" indent="0">
              <a:buNone/>
              <a:defRPr/>
            </a:lvl5pPr>
          </a:lstStyle>
          <a:p>
            <a:pPr lvl="0"/>
            <a:r>
              <a:rPr lang="en-US"/>
              <a:t>Paragraph title Segoe UI </a:t>
            </a:r>
            <a:r>
              <a:rPr lang="en-US" err="1"/>
              <a:t>Semibold</a:t>
            </a:r>
            <a:r>
              <a:rPr lang="en-US"/>
              <a:t> 16</a:t>
            </a:r>
          </a:p>
          <a:p>
            <a:pPr lvl="1"/>
            <a:r>
              <a:rPr lang="en-US"/>
              <a:t>Body copy Segoe Regular 16. </a:t>
            </a:r>
            <a:r>
              <a:rPr lang="en-US" err="1"/>
              <a:t>Cavorest</a:t>
            </a:r>
            <a:r>
              <a:rPr lang="en-US"/>
              <a:t> a </a:t>
            </a:r>
            <a:r>
              <a:rPr lang="en-US" err="1"/>
              <a:t>aut</a:t>
            </a:r>
            <a:r>
              <a:rPr lang="en-US"/>
              <a:t> arum </a:t>
            </a:r>
            <a:r>
              <a:rPr lang="en-US" err="1"/>
              <a:t>quam</a:t>
            </a:r>
            <a:r>
              <a:rPr lang="en-US"/>
              <a:t> id eat ape </a:t>
            </a:r>
            <a:r>
              <a:rPr lang="en-US" err="1"/>
              <a:t>est</a:t>
            </a:r>
            <a:r>
              <a:rPr lang="en-US"/>
              <a:t>, qui </a:t>
            </a:r>
            <a:r>
              <a:rPr lang="en-US" err="1"/>
              <a:t>sinc</a:t>
            </a:r>
            <a:r>
              <a:rPr lang="en-US"/>
              <a:t>, </a:t>
            </a:r>
            <a:r>
              <a:rPr lang="en-US" err="1"/>
              <a:t>omnimusdae</a:t>
            </a:r>
            <a:r>
              <a:rPr lang="en-US"/>
              <a:t>. </a:t>
            </a:r>
            <a:r>
              <a:rPr lang="en-US" err="1"/>
              <a:t>Boribus</a:t>
            </a:r>
            <a:r>
              <a:rPr lang="en-US"/>
              <a:t> </a:t>
            </a:r>
            <a:r>
              <a:rPr lang="en-US" err="1"/>
              <a:t>sinctius</a:t>
            </a:r>
            <a:r>
              <a:rPr lang="en-US"/>
              <a:t> </a:t>
            </a:r>
            <a:r>
              <a:rPr lang="en-US" err="1"/>
              <a:t>nimaxime</a:t>
            </a:r>
            <a:r>
              <a:rPr lang="en-US"/>
              <a:t> sit et </a:t>
            </a:r>
            <a:r>
              <a:rPr lang="en-US" err="1"/>
              <a:t>nonsequibus</a:t>
            </a:r>
            <a:r>
              <a:rPr lang="en-US"/>
              <a:t> </a:t>
            </a:r>
            <a:r>
              <a:rPr lang="en-US" err="1"/>
              <a:t>dollendis</a:t>
            </a:r>
            <a:r>
              <a:rPr lang="en-US"/>
              <a:t> as </a:t>
            </a:r>
            <a:r>
              <a:rPr lang="en-US" err="1"/>
              <a:t>autestiat</a:t>
            </a:r>
            <a:r>
              <a:rPr lang="en-US"/>
              <a:t>.</a:t>
            </a:r>
          </a:p>
        </p:txBody>
      </p:sp>
      <p:sp>
        <p:nvSpPr>
          <p:cNvPr id="15" name="Text Placeholder 4">
            <a:extLst>
              <a:ext uri="{FF2B5EF4-FFF2-40B4-BE49-F238E27FC236}">
                <a16:creationId xmlns:a16="http://schemas.microsoft.com/office/drawing/2014/main" id="{AA9BECBA-B2CC-4EE6-B54E-9ADB03EB2595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8126964" y="4927922"/>
            <a:ext cx="3635502" cy="1307666"/>
          </a:xfrm>
        </p:spPr>
        <p:txBody>
          <a:bodyPr lIns="0" tIns="0" rIns="0" bIns="0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784"/>
              </a:spcAft>
              <a:buNone/>
              <a:defRPr sz="1567">
                <a:solidFill>
                  <a:schemeClr val="accent1"/>
                </a:solidFill>
                <a:latin typeface="+mj-lt"/>
              </a:defRPr>
            </a:lvl1pPr>
            <a:lvl2pPr marL="0" marR="0" indent="0" algn="l" defTabSz="91419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784"/>
              </a:spcAft>
              <a:buClrTx/>
              <a:buSzPct val="90000"/>
              <a:buFont typeface="Arial" panose="020B0604020202020204" pitchFamily="34" charset="0"/>
              <a:buNone/>
              <a:tabLst/>
              <a:defRPr sz="1567">
                <a:solidFill>
                  <a:srgbClr val="000000"/>
                </a:solidFill>
              </a:defRPr>
            </a:lvl2pPr>
            <a:lvl3pPr marL="448107" indent="0">
              <a:buNone/>
              <a:defRPr/>
            </a:lvl3pPr>
            <a:lvl4pPr marL="672161" indent="0">
              <a:buNone/>
              <a:defRPr/>
            </a:lvl4pPr>
            <a:lvl5pPr marL="896214" indent="0">
              <a:buNone/>
              <a:defRPr/>
            </a:lvl5pPr>
          </a:lstStyle>
          <a:p>
            <a:pPr lvl="0"/>
            <a:r>
              <a:rPr lang="en-US"/>
              <a:t>Paragraph title Segoe UI bold 16</a:t>
            </a:r>
          </a:p>
          <a:p>
            <a:pPr lvl="1"/>
            <a:r>
              <a:rPr lang="en-US"/>
              <a:t>Body copy Segoe Regular 16. </a:t>
            </a:r>
            <a:r>
              <a:rPr lang="en-US" err="1"/>
              <a:t>Cavorest</a:t>
            </a:r>
            <a:r>
              <a:rPr lang="en-US"/>
              <a:t> a </a:t>
            </a:r>
            <a:r>
              <a:rPr lang="en-US" err="1"/>
              <a:t>aut</a:t>
            </a:r>
            <a:r>
              <a:rPr lang="en-US"/>
              <a:t> arum </a:t>
            </a:r>
            <a:r>
              <a:rPr lang="en-US" err="1"/>
              <a:t>quam</a:t>
            </a:r>
            <a:r>
              <a:rPr lang="en-US"/>
              <a:t> id eat ape </a:t>
            </a:r>
            <a:r>
              <a:rPr lang="en-US" err="1"/>
              <a:t>est</a:t>
            </a:r>
            <a:r>
              <a:rPr lang="en-US"/>
              <a:t>, qui </a:t>
            </a:r>
            <a:r>
              <a:rPr lang="en-US" err="1"/>
              <a:t>sinc</a:t>
            </a:r>
            <a:r>
              <a:rPr lang="en-US"/>
              <a:t>, </a:t>
            </a:r>
            <a:r>
              <a:rPr lang="en-US" err="1"/>
              <a:t>omnimusdae</a:t>
            </a:r>
            <a:r>
              <a:rPr lang="en-US"/>
              <a:t>. </a:t>
            </a:r>
            <a:r>
              <a:rPr lang="en-US" err="1"/>
              <a:t>Boribus</a:t>
            </a:r>
            <a:r>
              <a:rPr lang="en-US"/>
              <a:t> </a:t>
            </a:r>
            <a:r>
              <a:rPr lang="en-US" err="1"/>
              <a:t>sinctius</a:t>
            </a:r>
            <a:r>
              <a:rPr lang="en-US"/>
              <a:t> </a:t>
            </a:r>
            <a:r>
              <a:rPr lang="en-US" err="1"/>
              <a:t>nimaxime</a:t>
            </a:r>
            <a:r>
              <a:rPr lang="en-US"/>
              <a:t> sit et </a:t>
            </a:r>
            <a:r>
              <a:rPr lang="en-US" err="1"/>
              <a:t>nonsequibus</a:t>
            </a:r>
            <a:r>
              <a:rPr lang="en-US"/>
              <a:t> </a:t>
            </a:r>
            <a:r>
              <a:rPr lang="en-US" err="1"/>
              <a:t>dollendis</a:t>
            </a:r>
            <a:r>
              <a:rPr lang="en-US"/>
              <a:t> as </a:t>
            </a:r>
            <a:r>
              <a:rPr lang="en-US" err="1"/>
              <a:t>autestiat</a:t>
            </a:r>
            <a:r>
              <a:rPr lang="en-US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410497291"/>
      </p:ext>
    </p:extLst>
  </p:cSld>
  <p:clrMapOvr>
    <a:masterClrMapping/>
  </p:clrMapOvr>
  <p:transition>
    <p:fade/>
  </p:transition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2D53EF-379E-4348-B193-51A225E179D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083649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Section title blue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162684651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transition>
    <p:fade/>
  </p:transition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6"/>
            <a:ext cx="103632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7749064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9477850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1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8296560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9657635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8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8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8180777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0352480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9421072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1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1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1" y="1435101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1073579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57344339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4176755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39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39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0649854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741997636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MCAPS Log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8274153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Blank 5">
    <p:bg>
      <p:bgPr>
        <a:blipFill dpi="0" rotWithShape="1">
          <a:blip r:embed="rId2">
            <a:lum/>
          </a:blip>
          <a:srcRect/>
          <a:stretch>
            <a:fillRect t="-7000" b="-7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>
            <a:extLst>
              <a:ext uri="{FF2B5EF4-FFF2-40B4-BE49-F238E27FC236}">
                <a16:creationId xmlns:a16="http://schemas.microsoft.com/office/drawing/2014/main" id="{46B15DBD-1404-5599-4352-54E4640D8E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457200"/>
            <a:ext cx="5508419" cy="433965"/>
          </a:xfrm>
        </p:spPr>
        <p:txBody>
          <a:bodyPr tIns="64008"/>
          <a:lstStyle>
            <a:lvl1pPr>
              <a:defRPr sz="2400" spc="0">
                <a:latin typeface="+mj-lt"/>
                <a:cs typeface="Segoe Sans Display" pitchFamily="2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529992711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6" pos="779">
          <p15:clr>
            <a:srgbClr val="A4A3A4"/>
          </p15:clr>
        </p15:guide>
        <p15:guide id="7" pos="962">
          <p15:clr>
            <a:srgbClr val="A4A3A4"/>
          </p15:clr>
        </p15:guide>
        <p15:guide id="8" pos="1373">
          <p15:clr>
            <a:srgbClr val="A4A3A4"/>
          </p15:clr>
        </p15:guide>
        <p15:guide id="9" pos="1560">
          <p15:clr>
            <a:srgbClr val="A4A3A4"/>
          </p15:clr>
        </p15:guide>
        <p15:guide id="10" pos="1967">
          <p15:clr>
            <a:srgbClr val="A4A3A4"/>
          </p15:clr>
        </p15:guide>
        <p15:guide id="11" pos="2150">
          <p15:clr>
            <a:srgbClr val="A4A3A4"/>
          </p15:clr>
        </p15:guide>
        <p15:guide id="12" pos="2561">
          <p15:clr>
            <a:srgbClr val="A4A3A4"/>
          </p15:clr>
        </p15:guide>
        <p15:guide id="13" pos="2744">
          <p15:clr>
            <a:srgbClr val="A4A3A4"/>
          </p15:clr>
        </p15:guide>
        <p15:guide id="14" pos="3161">
          <p15:clr>
            <a:srgbClr val="A4A3A4"/>
          </p15:clr>
        </p15:guide>
        <p15:guide id="15" pos="3348">
          <p15:clr>
            <a:srgbClr val="A4A3A4"/>
          </p15:clr>
        </p15:guide>
        <p15:guide id="16" pos="3754">
          <p15:clr>
            <a:srgbClr val="A4A3A4"/>
          </p15:clr>
        </p15:guide>
        <p15:guide id="17" pos="3931">
          <p15:clr>
            <a:srgbClr val="A4A3A4"/>
          </p15:clr>
        </p15:guide>
        <p15:guide id="18" pos="4342">
          <p15:clr>
            <a:srgbClr val="A4A3A4"/>
          </p15:clr>
        </p15:guide>
        <p15:guide id="19" pos="4531">
          <p15:clr>
            <a:srgbClr val="A4A3A4"/>
          </p15:clr>
        </p15:guide>
        <p15:guide id="20" pos="4937">
          <p15:clr>
            <a:srgbClr val="A4A3A4"/>
          </p15:clr>
        </p15:guide>
        <p15:guide id="21" pos="5120">
          <p15:clr>
            <a:srgbClr val="A4A3A4"/>
          </p15:clr>
        </p15:guide>
        <p15:guide id="22" pos="5529">
          <p15:clr>
            <a:srgbClr val="A4A3A4"/>
          </p15:clr>
        </p15:guide>
        <p15:guide id="23" pos="5714">
          <p15:clr>
            <a:srgbClr val="A4A3A4"/>
          </p15:clr>
        </p15:guide>
        <p15:guide id="24" pos="6123">
          <p15:clr>
            <a:srgbClr val="A4A3A4"/>
          </p15:clr>
        </p15:guide>
        <p15:guide id="25" pos="6308">
          <p15:clr>
            <a:srgbClr val="A4A3A4"/>
          </p15:clr>
        </p15:guide>
        <p15:guide id="26" pos="6717">
          <p15:clr>
            <a:srgbClr val="A4A3A4"/>
          </p15:clr>
        </p15:guide>
        <p15:guide id="27" pos="6900">
          <p15:clr>
            <a:srgbClr val="A4A3A4"/>
          </p15:clr>
        </p15:guide>
        <p15:guide id="28" orient="horz" pos="905">
          <p15:clr>
            <a:srgbClr val="5ACBF0"/>
          </p15:clr>
        </p15:guide>
        <p15:guide id="29" orient="horz" pos="1271">
          <p15:clr>
            <a:srgbClr val="5ACBF0"/>
          </p15:clr>
        </p15:guide>
        <p15:guide id="30" orient="horz" pos="288">
          <p15:clr>
            <a:srgbClr val="5ACBF0"/>
          </p15:clr>
        </p15:guide>
      </p15:sldGuideLst>
    </p:ext>
  </p:extLst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D83F7F-0DB8-8B3B-2954-2F0C861E438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DF23798-84E0-BEB9-EC26-6B379386201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820D27A-2053-3DFE-7F63-F99B4924A6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BA38D1-E4C1-4454-A3E5-8863343597FA}" type="datetimeFigureOut">
              <a:rPr lang="en-IN" smtClean="0"/>
              <a:t>31-08-2026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AF26B13-B831-B8EE-AC6B-9B7729AE6F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301F3F4-09E2-7863-4A71-46C748016F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402B53-CE29-4347-9E10-38A305D69B8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75193274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558325-30DE-69C9-C5BD-67432748BB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8377FE2-66B5-9756-ECBF-A3A6B6F4954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34FBBEE-CA65-6A1C-26DD-EE261F6EEA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BA38D1-E4C1-4454-A3E5-8863343597FA}" type="datetimeFigureOut">
              <a:rPr lang="en-IN" smtClean="0"/>
              <a:t>31-08-2026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FD98D99-983C-F767-3F27-8AB82FA14E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F9B5A91-C2AC-D096-8181-361FD684CE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402B53-CE29-4347-9E10-38A305D69B8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978086806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539E56-F6B2-AFF5-FA74-C99188B9D9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7A3F7AE-AE52-E158-7E0C-CBD1EF30AD5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FD603DF-86EF-D2E6-6815-D9B4FB721A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BA38D1-E4C1-4454-A3E5-8863343597FA}" type="datetimeFigureOut">
              <a:rPr lang="en-IN" smtClean="0"/>
              <a:t>31-08-2026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769B420-AC93-B384-833E-340FBDD173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3BDFCF-1F8E-BAB1-C0F7-81E0AF3072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402B53-CE29-4347-9E10-38A305D69B8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659333441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5E9386-EB90-8F42-58CB-89C25DE0CB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B19FF21-9752-2A75-B7C2-4781DC7BF0A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C8E3C9F-CDEF-2A8E-11D3-54DEA2C16DF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5AF8134-405F-1753-CE3F-1163613A3D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BA38D1-E4C1-4454-A3E5-8863343597FA}" type="datetimeFigureOut">
              <a:rPr lang="en-IN" smtClean="0"/>
              <a:t>31-08-2026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27B73D1-8E85-24BC-EC55-BD8A3E28B8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0B3356E-E9AF-F73B-E5D4-A0241E3280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402B53-CE29-4347-9E10-38A305D69B8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7145667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CE4540-12F7-9375-E094-919DA28B18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AD37A30-F8CF-297D-0C32-88022A9B765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CE4BC01-7377-21BD-3E75-1204FD7930C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0BB7E55-B9B7-22B0-A551-F083C087610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CAD1C14-9398-44F6-F829-98D0EC12903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606F97B-8550-39CA-6A61-334320B17F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BA38D1-E4C1-4454-A3E5-8863343597FA}" type="datetimeFigureOut">
              <a:rPr lang="en-IN" smtClean="0"/>
              <a:t>31-08-2026</a:t>
            </a:fld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2364604-73A7-2DAA-B996-A7D74B0A6A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FC584F3-D525-2CF8-32D7-A0D38AE961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402B53-CE29-4347-9E10-38A305D69B8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538255815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846C89-30AD-742A-7180-44851BB723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62F95FE-2C22-EE36-6BF9-142931AB36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BA38D1-E4C1-4454-A3E5-8863343597FA}" type="datetimeFigureOut">
              <a:rPr lang="en-IN" smtClean="0"/>
              <a:t>31-08-2026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6771BE0-1547-31CA-DBA1-9FBD891A9E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DC69C37-BF2D-A12D-7766-0807EA1E7D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402B53-CE29-4347-9E10-38A305D69B8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222196799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69B760D-5683-5450-DCD1-CA75885659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BA38D1-E4C1-4454-A3E5-8863343597FA}" type="datetimeFigureOut">
              <a:rPr lang="en-IN" smtClean="0"/>
              <a:t>31-08-2026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1603E05-7C0C-5DEC-864D-EEDF54A4C0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ED635D1-4E5C-770A-8E69-9C1A8C22DD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402B53-CE29-4347-9E10-38A305D69B8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95633127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BE5E89-FA38-C43C-6680-96F2E90F91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DF2B43-0C86-B8E2-D5E7-C4A3A607996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A9342B2-62BF-00B0-C91A-A4AD04749F3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73C82C0-269D-BDD6-A195-EFA385B63B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BA38D1-E4C1-4454-A3E5-8863343597FA}" type="datetimeFigureOut">
              <a:rPr lang="en-IN" smtClean="0"/>
              <a:t>31-08-2026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56634ED-F26B-A070-840C-7B25BE81F2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06C1788-BBC9-CD18-D8E7-5C29FEF77B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402B53-CE29-4347-9E10-38A305D69B8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849437009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142256-97D7-3CA5-80F0-A777CAF469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5127417-FA15-B546-BA2E-14A980D9E41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B5D67E7-00FE-0F60-40E4-FC8B7E7D69A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A8EE07F-64EA-B637-E1EA-6A7F579CDD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BA38D1-E4C1-4454-A3E5-8863343597FA}" type="datetimeFigureOut">
              <a:rPr lang="en-IN" smtClean="0"/>
              <a:t>31-08-2026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CA2CA20-8BC7-35B4-97DE-7BB7418FAD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A446FA0-C9C6-A9A8-B440-9E0BABDDA0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402B53-CE29-4347-9E10-38A305D69B8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427702730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95DE91-78F7-2CF0-C028-64D07E5AA8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55C6A2D-E550-FFBF-5417-637DFFEFE46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8F1B573-9B72-48EF-D88F-2C88D99D0E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BA38D1-E4C1-4454-A3E5-8863343597FA}" type="datetimeFigureOut">
              <a:rPr lang="en-IN" smtClean="0"/>
              <a:t>31-08-2026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C3CFA20-646E-8A9B-9F67-BF4B7AF951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94D7B14-757B-4AC5-CD27-9BFB0ADD22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402B53-CE29-4347-9E10-38A305D69B8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345606358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1EA5E3A-68F6-6C7B-3155-274394DD3AC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C1CD13C-C895-B68A-DFA7-AE7431A6A21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6F440CB-0380-70CB-CE23-CBAA6C5196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BA38D1-E4C1-4454-A3E5-8863343597FA}" type="datetimeFigureOut">
              <a:rPr lang="en-IN" smtClean="0"/>
              <a:t>31-08-2026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F23C08E-8C62-EC8B-405C-79BA3B6E43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5C903D5-1E0E-75D2-3EF1-0C96BC70DC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402B53-CE29-4347-9E10-38A305D69B8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787638175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Slid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ECB8D68C-3D8E-5E53-1142-AF659F272741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 l="3333" r="3333"/>
          <a:stretch/>
        </p:blipFill>
        <p:spPr>
          <a:xfrm>
            <a:off x="-1" y="-1"/>
            <a:ext cx="12192001" cy="6858001"/>
          </a:xfrm>
          <a:prstGeom prst="rect">
            <a:avLst/>
          </a:prstGeom>
        </p:spPr>
      </p:pic>
      <p:pic>
        <p:nvPicPr>
          <p:cNvPr id="2" name="MS logo white - EMF" descr="Microsoft logo white text version">
            <a:extLst>
              <a:ext uri="{FF2B5EF4-FFF2-40B4-BE49-F238E27FC236}">
                <a16:creationId xmlns:a16="http://schemas.microsoft.com/office/drawing/2014/main" id="{1840CBD0-0BEB-DC8F-CEF1-C001B4538665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print">
            <a:lum bright="100000"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black">
          <a:xfrm>
            <a:off x="307976" y="6339128"/>
            <a:ext cx="933451" cy="199917"/>
          </a:xfrm>
          <a:prstGeom prst="rect">
            <a:avLst/>
          </a:prstGeom>
        </p:spPr>
      </p:pic>
      <p:sp>
        <p:nvSpPr>
          <p:cNvPr id="3" name="Text Placeholder 4">
            <a:extLst>
              <a:ext uri="{FF2B5EF4-FFF2-40B4-BE49-F238E27FC236}">
                <a16:creationId xmlns:a16="http://schemas.microsoft.com/office/drawing/2014/main" id="{F41303C3-84B6-E6CF-238B-40E4DFF45156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525780" y="1697492"/>
            <a:ext cx="3434755" cy="246221"/>
          </a:xfrm>
          <a:noFill/>
        </p:spPr>
        <p:txBody>
          <a:bodyPr wrap="square" lIns="0" tIns="0" rIns="0" bIns="0">
            <a:spAutoFit/>
          </a:bodyPr>
          <a:lstStyle>
            <a:lvl1pPr marL="0" indent="0">
              <a:spcBef>
                <a:spcPts val="0"/>
              </a:spcBef>
              <a:buNone/>
              <a:defRPr sz="1600" spc="0" baseline="0">
                <a:solidFill>
                  <a:srgbClr val="7030A0"/>
                </a:solidFill>
                <a:latin typeface="+mn-lt"/>
                <a:cs typeface="Segoe Sans Display" pitchFamily="2" charset="0"/>
              </a:defRPr>
            </a:lvl1pPr>
          </a:lstStyle>
          <a:p>
            <a:pPr lvl="0"/>
            <a:endParaRPr lang="en-US"/>
          </a:p>
        </p:txBody>
      </p:sp>
      <p:sp>
        <p:nvSpPr>
          <p:cNvPr id="7" name="Text Placeholder 4">
            <a:extLst>
              <a:ext uri="{FF2B5EF4-FFF2-40B4-BE49-F238E27FC236}">
                <a16:creationId xmlns:a16="http://schemas.microsoft.com/office/drawing/2014/main" id="{27D2F62B-95C1-501A-9EAF-373FABE01165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25780" y="596605"/>
            <a:ext cx="8242300" cy="646331"/>
          </a:xfrm>
          <a:noFill/>
        </p:spPr>
        <p:txBody>
          <a:bodyPr wrap="square" lIns="0" tIns="0" rIns="0" bIns="0">
            <a:spAutoFit/>
          </a:bodyPr>
          <a:lstStyle>
            <a:lvl1pPr marL="0" indent="0">
              <a:spcBef>
                <a:spcPts val="0"/>
              </a:spcBef>
              <a:buNone/>
              <a:defRPr sz="4200" b="0" spc="0" baseline="0">
                <a:solidFill>
                  <a:srgbClr val="7030A0"/>
                </a:solidFill>
                <a:latin typeface="Segoe UI Semibold" panose="020B0702040204020203" pitchFamily="34" charset="0"/>
                <a:cs typeface="Segoe UI Semibold" panose="020B0702040204020203" pitchFamily="34" charset="0"/>
              </a:defRPr>
            </a:lvl1pPr>
          </a:lstStyle>
          <a:p>
            <a:pPr lvl="0"/>
            <a:r>
              <a:rPr lang="en-US"/>
              <a:t>Title goes here</a:t>
            </a:r>
          </a:p>
        </p:txBody>
      </p:sp>
    </p:spTree>
    <p:extLst>
      <p:ext uri="{BB962C8B-B14F-4D97-AF65-F5344CB8AC3E}">
        <p14:creationId xmlns:p14="http://schemas.microsoft.com/office/powerpoint/2010/main" val="162014562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2228">
          <p15:clr>
            <a:srgbClr val="5ACBF0"/>
          </p15:clr>
        </p15:guide>
        <p15:guide id="2" orient="horz" pos="2496">
          <p15:clr>
            <a:srgbClr val="5ACBF0"/>
          </p15:clr>
        </p15:guide>
        <p15:guide id="3" pos="6132">
          <p15:clr>
            <a:srgbClr val="5ACBF0"/>
          </p15:clr>
        </p15:guide>
        <p15:guide id="4" orient="horz" pos="2160">
          <p15:clr>
            <a:srgbClr val="FBAE40"/>
          </p15:clr>
        </p15:guide>
      </p15:sldGuideLst>
    </p:ext>
  </p:extLst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98573483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Relationship Id="rId3" Type="http://schemas.openxmlformats.org/officeDocument/2006/relationships/image" Target="../media/image1.jpeg"/><Relationship Id="rId4" Type="http://schemas.openxmlformats.org/officeDocument/2006/relationships/image" Target="../media/image2.svg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slideLayout" Target="../slideLayouts/slideLayout3.xml"/><Relationship Id="rId3" Type="http://schemas.openxmlformats.org/officeDocument/2006/relationships/slideLayout" Target="../slideLayouts/slideLayout4.xml"/><Relationship Id="rId4" Type="http://schemas.openxmlformats.org/officeDocument/2006/relationships/slideLayout" Target="../slideLayouts/slideLayout5.xml"/><Relationship Id="rId5" Type="http://schemas.openxmlformats.org/officeDocument/2006/relationships/slideLayout" Target="../slideLayouts/slideLayout6.xml"/><Relationship Id="rId6" Type="http://schemas.openxmlformats.org/officeDocument/2006/relationships/slideLayout" Target="../slideLayouts/slideLayout7.xml"/><Relationship Id="rId7" Type="http://schemas.openxmlformats.org/officeDocument/2006/relationships/slideLayout" Target="../slideLayouts/slideLayout8.xml"/><Relationship Id="rId8" Type="http://schemas.openxmlformats.org/officeDocument/2006/relationships/slideLayout" Target="../slideLayouts/slideLayout9.xml"/><Relationship Id="rId9" Type="http://schemas.openxmlformats.org/officeDocument/2006/relationships/slideLayout" Target="../slideLayouts/slideLayout10.xml"/><Relationship Id="rId10" Type="http://schemas.openxmlformats.org/officeDocument/2006/relationships/slideLayout" Target="../slideLayouts/slideLayout11.xml"/><Relationship Id="rId11" Type="http://schemas.openxmlformats.org/officeDocument/2006/relationships/slideLayout" Target="../slideLayouts/slideLayout12.xml"/><Relationship Id="rId12" Type="http://schemas.openxmlformats.org/officeDocument/2006/relationships/slideLayout" Target="../slideLayouts/slideLayout13.xml"/><Relationship Id="rId13" Type="http://schemas.openxmlformats.org/officeDocument/2006/relationships/slideLayout" Target="../slideLayouts/slideLayout14.xml"/><Relationship Id="rId14" Type="http://schemas.openxmlformats.org/officeDocument/2006/relationships/slideLayout" Target="../slideLayouts/slideLayout15.xml"/><Relationship Id="rId15" Type="http://schemas.openxmlformats.org/officeDocument/2006/relationships/theme" Target="../theme/theme2.xml"/></Relationships>
</file>

<file path=ppt/slideMasters/_rels/slideMaster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slideLayout" Target="../slideLayouts/slideLayout17.xml"/><Relationship Id="rId3" Type="http://schemas.openxmlformats.org/officeDocument/2006/relationships/slideLayout" Target="../slideLayouts/slideLayout18.xml"/><Relationship Id="rId4" Type="http://schemas.openxmlformats.org/officeDocument/2006/relationships/slideLayout" Target="../slideLayouts/slideLayout19.xml"/><Relationship Id="rId5" Type="http://schemas.openxmlformats.org/officeDocument/2006/relationships/slideLayout" Target="../slideLayouts/slideLayout20.xml"/><Relationship Id="rId6" Type="http://schemas.openxmlformats.org/officeDocument/2006/relationships/slideLayout" Target="../slideLayouts/slideLayout21.xml"/><Relationship Id="rId7" Type="http://schemas.openxmlformats.org/officeDocument/2006/relationships/slideLayout" Target="../slideLayouts/slideLayout22.xml"/><Relationship Id="rId8" Type="http://schemas.openxmlformats.org/officeDocument/2006/relationships/slideLayout" Target="../slideLayouts/slideLayout23.xml"/><Relationship Id="rId9" Type="http://schemas.openxmlformats.org/officeDocument/2006/relationships/slideLayout" Target="../slideLayouts/slideLayout24.xml"/><Relationship Id="rId10" Type="http://schemas.openxmlformats.org/officeDocument/2006/relationships/slideLayout" Target="../slideLayouts/slideLayout25.xml"/><Relationship Id="rId11" Type="http://schemas.openxmlformats.org/officeDocument/2006/relationships/slideLayout" Target="../slideLayouts/slideLayout26.xml"/><Relationship Id="rId12" Type="http://schemas.openxmlformats.org/officeDocument/2006/relationships/slideLayout" Target="../slideLayouts/slideLayout27.xml"/><Relationship Id="rId13" Type="http://schemas.openxmlformats.org/officeDocument/2006/relationships/slideLayout" Target="../slideLayouts/slideLayout28.xml"/><Relationship Id="rId14" Type="http://schemas.openxmlformats.org/officeDocument/2006/relationships/slideLayout" Target="../slideLayouts/slideLayout29.xml"/><Relationship Id="rId15" Type="http://schemas.openxmlformats.org/officeDocument/2006/relationships/theme" Target="../theme/theme3.xml"/></Relationships>
</file>

<file path=ppt/slideMasters/_rels/slideMaster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0.xml"/><Relationship Id="rId2" Type="http://schemas.openxmlformats.org/officeDocument/2006/relationships/slideLayout" Target="../slideLayouts/slideLayout31.xml"/><Relationship Id="rId3" Type="http://schemas.openxmlformats.org/officeDocument/2006/relationships/slideLayout" Target="../slideLayouts/slideLayout32.xml"/><Relationship Id="rId4" Type="http://schemas.openxmlformats.org/officeDocument/2006/relationships/slideLayout" Target="../slideLayouts/slideLayout33.xml"/><Relationship Id="rId5" Type="http://schemas.openxmlformats.org/officeDocument/2006/relationships/slideLayout" Target="../slideLayouts/slideLayout34.xml"/><Relationship Id="rId6" Type="http://schemas.openxmlformats.org/officeDocument/2006/relationships/slideLayout" Target="../slideLayouts/slideLayout35.xml"/><Relationship Id="rId7" Type="http://schemas.openxmlformats.org/officeDocument/2006/relationships/slideLayout" Target="../slideLayouts/slideLayout36.xml"/><Relationship Id="rId8" Type="http://schemas.openxmlformats.org/officeDocument/2006/relationships/slideLayout" Target="../slideLayouts/slideLayout37.xml"/><Relationship Id="rId9" Type="http://schemas.openxmlformats.org/officeDocument/2006/relationships/slideLayout" Target="../slideLayouts/slideLayout38.xml"/><Relationship Id="rId10" Type="http://schemas.openxmlformats.org/officeDocument/2006/relationships/slideLayout" Target="../slideLayouts/slideLayout39.xml"/><Relationship Id="rId11" Type="http://schemas.openxmlformats.org/officeDocument/2006/relationships/slideLayout" Target="../slideLayouts/slideLayout40.xml"/><Relationship Id="rId12" Type="http://schemas.openxmlformats.org/officeDocument/2006/relationships/slideLayout" Target="../slideLayouts/slideLayout41.xml"/><Relationship Id="rId13" Type="http://schemas.openxmlformats.org/officeDocument/2006/relationships/slideLayout" Target="../slideLayouts/slideLayout42.xml"/><Relationship Id="rId14" Type="http://schemas.openxmlformats.org/officeDocument/2006/relationships/theme" Target="../theme/theme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 bwMode="blackWhite"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88263" y="457200"/>
            <a:ext cx="11018520" cy="553998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"/>
          </p:nvPr>
        </p:nvSpPr>
        <p:spPr>
          <a:xfrm>
            <a:off x="584200" y="1435503"/>
            <a:ext cx="11018520" cy="1612749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grpSp>
        <p:nvGrpSpPr>
          <p:cNvPr id="47" name="GRID" hidden="1">
            <a:extLst>
              <a:ext uri="{FF2B5EF4-FFF2-40B4-BE49-F238E27FC236}">
                <a16:creationId xmlns:a16="http://schemas.microsoft.com/office/drawing/2014/main" id="{32B5FFBF-552A-4973-B5B3-9EE3A765185F}"/>
              </a:ext>
            </a:extLst>
          </p:cNvPr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5CD412E5-2492-4063-96AB-C451FC39F2B6}"/>
                </a:ext>
              </a:extLst>
            </p:cNvPr>
            <p:cNvCxnSpPr/>
            <p:nvPr/>
          </p:nvCxnSpPr>
          <p:spPr>
            <a:xfrm>
              <a:off x="0" y="0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D25E7FAE-6A98-413B-871E-10F8DF6FF1E3}"/>
                </a:ext>
              </a:extLst>
            </p:cNvPr>
            <p:cNvCxnSpPr/>
            <p:nvPr/>
          </p:nvCxnSpPr>
          <p:spPr>
            <a:xfrm>
              <a:off x="0" y="292608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EF42BDE7-00A0-446E-9CEE-23DDF6A13E6E}"/>
                </a:ext>
              </a:extLst>
            </p:cNvPr>
            <p:cNvCxnSpPr/>
            <p:nvPr/>
          </p:nvCxnSpPr>
          <p:spPr>
            <a:xfrm>
              <a:off x="0" y="585216"/>
              <a:ext cx="12188952" cy="0"/>
            </a:xfrm>
            <a:prstGeom prst="line">
              <a:avLst/>
            </a:prstGeom>
            <a:ln w="3175">
              <a:solidFill>
                <a:srgbClr val="DF45D4"/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AD48FF31-9C6A-4C0C-AB96-ED556488A1BA}"/>
                </a:ext>
              </a:extLst>
            </p:cNvPr>
            <p:cNvCxnSpPr/>
            <p:nvPr/>
          </p:nvCxnSpPr>
          <p:spPr>
            <a:xfrm>
              <a:off x="0" y="6272784"/>
              <a:ext cx="12188952" cy="0"/>
            </a:xfrm>
            <a:prstGeom prst="line">
              <a:avLst/>
            </a:prstGeom>
            <a:ln w="3175">
              <a:solidFill>
                <a:srgbClr val="DF45D4"/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28D811B2-F122-4FF3-A4F6-E7291A5152BB}"/>
                </a:ext>
              </a:extLst>
            </p:cNvPr>
            <p:cNvCxnSpPr/>
            <p:nvPr/>
          </p:nvCxnSpPr>
          <p:spPr>
            <a:xfrm>
              <a:off x="0" y="6565392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A2029335-BA6E-4B6F-B752-D02603169DE6}"/>
                </a:ext>
              </a:extLst>
            </p:cNvPr>
            <p:cNvCxnSpPr/>
            <p:nvPr/>
          </p:nvCxnSpPr>
          <p:spPr>
            <a:xfrm>
              <a:off x="0" y="6858000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708D55A0-D16C-4191-B9F9-C95B51610B5E}"/>
                </a:ext>
              </a:extLst>
            </p:cNvPr>
            <p:cNvCxnSpPr/>
            <p:nvPr/>
          </p:nvCxnSpPr>
          <p:spPr>
            <a:xfrm>
              <a:off x="0" y="877824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DA3FCB58-9F61-404B-A493-7860A942FCC2}"/>
                </a:ext>
              </a:extLst>
            </p:cNvPr>
            <p:cNvCxnSpPr/>
            <p:nvPr/>
          </p:nvCxnSpPr>
          <p:spPr>
            <a:xfrm>
              <a:off x="0" y="1170432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0EFD38DF-4402-499A-B7B2-D5BBF3AD467C}"/>
                </a:ext>
              </a:extLst>
            </p:cNvPr>
            <p:cNvCxnSpPr/>
            <p:nvPr/>
          </p:nvCxnSpPr>
          <p:spPr>
            <a:xfrm>
              <a:off x="0" y="1463040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26DFD209-A624-4FEA-8F60-067FBF0CC1E8}"/>
                </a:ext>
              </a:extLst>
            </p:cNvPr>
            <p:cNvCxnSpPr/>
            <p:nvPr/>
          </p:nvCxnSpPr>
          <p:spPr>
            <a:xfrm>
              <a:off x="0" y="0"/>
              <a:ext cx="0" cy="685800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F1B8ED61-88C3-48AA-91A7-BFD779B3B3BA}"/>
                </a:ext>
              </a:extLst>
            </p:cNvPr>
            <p:cNvCxnSpPr/>
            <p:nvPr/>
          </p:nvCxnSpPr>
          <p:spPr>
            <a:xfrm>
              <a:off x="585216" y="0"/>
              <a:ext cx="0" cy="6858000"/>
            </a:xfrm>
            <a:prstGeom prst="line">
              <a:avLst/>
            </a:prstGeom>
            <a:ln w="3175">
              <a:solidFill>
                <a:srgbClr val="DF45D4"/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822AC47D-49D2-4B9E-B580-53A7922E5654}"/>
                </a:ext>
              </a:extLst>
            </p:cNvPr>
            <p:cNvCxnSpPr/>
            <p:nvPr/>
          </p:nvCxnSpPr>
          <p:spPr>
            <a:xfrm>
              <a:off x="292608" y="0"/>
              <a:ext cx="0" cy="685800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20D7A2DB-4310-49CD-83F6-55B33BE76665}"/>
                </a:ext>
              </a:extLst>
            </p:cNvPr>
            <p:cNvCxnSpPr/>
            <p:nvPr/>
          </p:nvCxnSpPr>
          <p:spPr>
            <a:xfrm>
              <a:off x="877824" y="0"/>
              <a:ext cx="0" cy="685800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20C40071-7BC6-4682-9CD1-0631E07C9F11}"/>
                </a:ext>
              </a:extLst>
            </p:cNvPr>
            <p:cNvCxnSpPr/>
            <p:nvPr/>
          </p:nvCxnSpPr>
          <p:spPr>
            <a:xfrm>
              <a:off x="1170432" y="0"/>
              <a:ext cx="0" cy="685800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EE0ACFAA-26E9-44D2-BEF0-E02CAE93F397}"/>
                </a:ext>
              </a:extLst>
            </p:cNvPr>
            <p:cNvCxnSpPr/>
            <p:nvPr/>
          </p:nvCxnSpPr>
          <p:spPr>
            <a:xfrm>
              <a:off x="11021568" y="0"/>
              <a:ext cx="0" cy="685800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385D1186-93AE-4B67-8544-763E0B213AAC}"/>
                </a:ext>
              </a:extLst>
            </p:cNvPr>
            <p:cNvCxnSpPr/>
            <p:nvPr/>
          </p:nvCxnSpPr>
          <p:spPr>
            <a:xfrm>
              <a:off x="11606784" y="0"/>
              <a:ext cx="0" cy="6858000"/>
            </a:xfrm>
            <a:prstGeom prst="line">
              <a:avLst/>
            </a:prstGeom>
            <a:ln w="3175">
              <a:solidFill>
                <a:srgbClr val="DF45D4"/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CB1D45AE-FC53-4BB4-A9CD-C563C03A1195}"/>
                </a:ext>
              </a:extLst>
            </p:cNvPr>
            <p:cNvCxnSpPr/>
            <p:nvPr/>
          </p:nvCxnSpPr>
          <p:spPr>
            <a:xfrm>
              <a:off x="11314176" y="0"/>
              <a:ext cx="0" cy="685800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8325177A-06D9-4C2A-B7EF-984A90245BF7}"/>
                </a:ext>
              </a:extLst>
            </p:cNvPr>
            <p:cNvCxnSpPr/>
            <p:nvPr/>
          </p:nvCxnSpPr>
          <p:spPr>
            <a:xfrm>
              <a:off x="11899392" y="0"/>
              <a:ext cx="0" cy="685800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D2B67796-DF72-4C3B-A79D-7534FD3084C9}"/>
                </a:ext>
              </a:extLst>
            </p:cNvPr>
            <p:cNvCxnSpPr/>
            <p:nvPr/>
          </p:nvCxnSpPr>
          <p:spPr>
            <a:xfrm>
              <a:off x="12192000" y="0"/>
              <a:ext cx="0" cy="685800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C8B2C409-2FF7-4120-9E48-02A446B82DD6}"/>
                </a:ext>
              </a:extLst>
            </p:cNvPr>
            <p:cNvCxnSpPr/>
            <p:nvPr/>
          </p:nvCxnSpPr>
          <p:spPr>
            <a:xfrm>
              <a:off x="0" y="1755648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F3E0130A-B11A-42AB-8439-3CB0569F1C08}"/>
                </a:ext>
              </a:extLst>
            </p:cNvPr>
            <p:cNvCxnSpPr/>
            <p:nvPr/>
          </p:nvCxnSpPr>
          <p:spPr>
            <a:xfrm>
              <a:off x="0" y="2048256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0840B631-CB23-44B8-823B-56619D54F0E4}"/>
                </a:ext>
              </a:extLst>
            </p:cNvPr>
            <p:cNvCxnSpPr/>
            <p:nvPr/>
          </p:nvCxnSpPr>
          <p:spPr>
            <a:xfrm>
              <a:off x="0" y="2340864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C7DD460B-BBE5-43D6-95DF-C1C1CC6239C6}"/>
                </a:ext>
              </a:extLst>
            </p:cNvPr>
            <p:cNvCxnSpPr/>
            <p:nvPr/>
          </p:nvCxnSpPr>
          <p:spPr>
            <a:xfrm>
              <a:off x="0" y="2633472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7F5BEEB4-62B8-420A-9489-8319B9432C34}"/>
                </a:ext>
              </a:extLst>
            </p:cNvPr>
            <p:cNvCxnSpPr/>
            <p:nvPr/>
          </p:nvCxnSpPr>
          <p:spPr>
            <a:xfrm>
              <a:off x="0" y="2926080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79242164-82A4-4DA9-B78C-33430C241872}"/>
                </a:ext>
              </a:extLst>
            </p:cNvPr>
            <p:cNvCxnSpPr/>
            <p:nvPr/>
          </p:nvCxnSpPr>
          <p:spPr>
            <a:xfrm>
              <a:off x="0" y="3218688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1D8767DD-4892-4904-AE72-87087DD9CCC2}"/>
                </a:ext>
              </a:extLst>
            </p:cNvPr>
            <p:cNvCxnSpPr/>
            <p:nvPr/>
          </p:nvCxnSpPr>
          <p:spPr>
            <a:xfrm>
              <a:off x="0" y="3511296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245FC793-2AD0-4021-B3FB-391EDDE6CB63}"/>
                </a:ext>
              </a:extLst>
            </p:cNvPr>
            <p:cNvCxnSpPr/>
            <p:nvPr/>
          </p:nvCxnSpPr>
          <p:spPr>
            <a:xfrm>
              <a:off x="0" y="3803904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id="{8091C6C8-296D-4AA9-8F03-7DEA5FA7D71A}"/>
                </a:ext>
              </a:extLst>
            </p:cNvPr>
            <p:cNvCxnSpPr/>
            <p:nvPr/>
          </p:nvCxnSpPr>
          <p:spPr>
            <a:xfrm>
              <a:off x="0" y="4096512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Straight Connector 40">
              <a:extLst>
                <a:ext uri="{FF2B5EF4-FFF2-40B4-BE49-F238E27FC236}">
                  <a16:creationId xmlns:a16="http://schemas.microsoft.com/office/drawing/2014/main" id="{71CBDA8A-698A-4B1C-BC41-CD72C2900FE8}"/>
                </a:ext>
              </a:extLst>
            </p:cNvPr>
            <p:cNvCxnSpPr/>
            <p:nvPr/>
          </p:nvCxnSpPr>
          <p:spPr>
            <a:xfrm>
              <a:off x="0" y="4389120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Straight Connector 41">
              <a:extLst>
                <a:ext uri="{FF2B5EF4-FFF2-40B4-BE49-F238E27FC236}">
                  <a16:creationId xmlns:a16="http://schemas.microsoft.com/office/drawing/2014/main" id="{F0780C82-EF19-43A2-BF1B-31FDFBA092CA}"/>
                </a:ext>
              </a:extLst>
            </p:cNvPr>
            <p:cNvCxnSpPr/>
            <p:nvPr/>
          </p:nvCxnSpPr>
          <p:spPr>
            <a:xfrm>
              <a:off x="0" y="4681728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Straight Connector 42">
              <a:extLst>
                <a:ext uri="{FF2B5EF4-FFF2-40B4-BE49-F238E27FC236}">
                  <a16:creationId xmlns:a16="http://schemas.microsoft.com/office/drawing/2014/main" id="{13492339-9370-44E2-8C4D-414393DEB764}"/>
                </a:ext>
              </a:extLst>
            </p:cNvPr>
            <p:cNvCxnSpPr/>
            <p:nvPr/>
          </p:nvCxnSpPr>
          <p:spPr>
            <a:xfrm>
              <a:off x="0" y="4974336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Straight Connector 43">
              <a:extLst>
                <a:ext uri="{FF2B5EF4-FFF2-40B4-BE49-F238E27FC236}">
                  <a16:creationId xmlns:a16="http://schemas.microsoft.com/office/drawing/2014/main" id="{EBF7CE2A-C0A7-4C6F-88B8-E40107AE34E8}"/>
                </a:ext>
              </a:extLst>
            </p:cNvPr>
            <p:cNvCxnSpPr/>
            <p:nvPr/>
          </p:nvCxnSpPr>
          <p:spPr>
            <a:xfrm>
              <a:off x="0" y="5266944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Straight Connector 44">
              <a:extLst>
                <a:ext uri="{FF2B5EF4-FFF2-40B4-BE49-F238E27FC236}">
                  <a16:creationId xmlns:a16="http://schemas.microsoft.com/office/drawing/2014/main" id="{CCD7A1D0-B060-4037-BFAE-80FAF89CC35F}"/>
                </a:ext>
              </a:extLst>
            </p:cNvPr>
            <p:cNvCxnSpPr/>
            <p:nvPr/>
          </p:nvCxnSpPr>
          <p:spPr>
            <a:xfrm>
              <a:off x="0" y="5559552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Straight Connector 45">
              <a:extLst>
                <a:ext uri="{FF2B5EF4-FFF2-40B4-BE49-F238E27FC236}">
                  <a16:creationId xmlns:a16="http://schemas.microsoft.com/office/drawing/2014/main" id="{2A121C21-7F60-43D7-B9B4-682B9D22E24D}"/>
                </a:ext>
              </a:extLst>
            </p:cNvPr>
            <p:cNvCxnSpPr/>
            <p:nvPr/>
          </p:nvCxnSpPr>
          <p:spPr>
            <a:xfrm>
              <a:off x="0" y="5852160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" name=".64 square" hidden="1">
            <a:extLst>
              <a:ext uri="{FF2B5EF4-FFF2-40B4-BE49-F238E27FC236}">
                <a16:creationId xmlns:a16="http://schemas.microsoft.com/office/drawing/2014/main" id="{90E0CE0A-15D7-405F-8DFA-B7F5AF47B03C}"/>
              </a:ext>
            </a:extLst>
          </p:cNvPr>
          <p:cNvSpPr/>
          <p:nvPr/>
        </p:nvSpPr>
        <p:spPr bwMode="auto">
          <a:xfrm>
            <a:off x="0" y="0"/>
            <a:ext cx="585216" cy="585216"/>
          </a:xfrm>
          <a:prstGeom prst="rect">
            <a:avLst/>
          </a:prstGeom>
          <a:solidFill>
            <a:schemeClr val="tx1">
              <a:alpha val="17000"/>
            </a:schemeClr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240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Sans Display" pitchFamily="2" charset="0"/>
            </a:endParaRPr>
          </a:p>
        </p:txBody>
      </p:sp>
      <p:sp>
        <p:nvSpPr>
          <p:cNvPr id="35" name=".32 square" hidden="1">
            <a:extLst>
              <a:ext uri="{FF2B5EF4-FFF2-40B4-BE49-F238E27FC236}">
                <a16:creationId xmlns:a16="http://schemas.microsoft.com/office/drawing/2014/main" id="{09835393-211C-428D-B22F-51EE7A413599}"/>
              </a:ext>
            </a:extLst>
          </p:cNvPr>
          <p:cNvSpPr/>
          <p:nvPr/>
        </p:nvSpPr>
        <p:spPr bwMode="auto">
          <a:xfrm>
            <a:off x="0" y="0"/>
            <a:ext cx="292608" cy="292608"/>
          </a:xfrm>
          <a:prstGeom prst="rect">
            <a:avLst/>
          </a:prstGeom>
          <a:solidFill>
            <a:schemeClr val="tx1">
              <a:alpha val="17000"/>
            </a:schemeClr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240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Sans Display" pitchFamily="2" charset="0"/>
            </a:endParaRPr>
          </a:p>
        </p:txBody>
      </p:sp>
      <p:pic>
        <p:nvPicPr>
          <p:cNvPr id="144" name="Graphic 143">
            <a:extLst>
              <a:ext uri="{FF2B5EF4-FFF2-40B4-BE49-F238E27FC236}">
                <a16:creationId xmlns:a16="http://schemas.microsoft.com/office/drawing/2014/main" id="{55FCE7D5-5796-0746-3173-EB75FBE85E4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/>
        </p:blipFill>
        <p:spPr>
          <a:xfrm rot="5400000">
            <a:off x="9509919" y="2743200"/>
            <a:ext cx="6858000" cy="1371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6639726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6" r:id="rId1"/>
  </p:sldLayoutIdLst>
  <p:transition>
    <p:fade/>
  </p:transition>
  <p:hf sldNum="0" hdr="0" ftr="0" dt="0"/>
  <p:txStyles>
    <p:titleStyle>
      <a:lvl1pPr algn="l" defTabSz="932742" rtl="0" eaLnBrk="1" latinLnBrk="0" hangingPunct="1">
        <a:lnSpc>
          <a:spcPct val="100000"/>
        </a:lnSpc>
        <a:spcBef>
          <a:spcPct val="0"/>
        </a:spcBef>
        <a:buNone/>
        <a:defRPr lang="en-US" sz="3600" b="0" kern="1200" cap="none" spc="-50" baseline="0" dirty="0" smtClean="0">
          <a:ln w="3175">
            <a:noFill/>
          </a:ln>
          <a:solidFill>
            <a:schemeClr val="tx1"/>
          </a:solidFill>
          <a:effectLst/>
          <a:latin typeface="+mj-lt"/>
          <a:ea typeface="+mn-ea"/>
          <a:cs typeface="Segoe Sans Display" pitchFamily="2" charset="0"/>
        </a:defRPr>
      </a:lvl1pPr>
    </p:titleStyle>
    <p:bodyStyle>
      <a:lvl1pPr marL="228600" marR="0" indent="-228600" algn="l" defTabSz="932742" rtl="0" eaLnBrk="1" fontAlgn="auto" latinLnBrk="0" hangingPunct="1">
        <a:lnSpc>
          <a:spcPct val="100000"/>
        </a:lnSpc>
        <a:spcBef>
          <a:spcPct val="20000"/>
        </a:spcBef>
        <a:spcAft>
          <a:spcPts val="0"/>
        </a:spcAft>
        <a:buClrTx/>
        <a:buSzPct val="90000"/>
        <a:buFont typeface="Wingdings" panose="05000000000000000000" pitchFamily="2" charset="2"/>
        <a:buChar char=""/>
        <a:tabLst/>
        <a:defRPr sz="2800" kern="1200" spc="0" baseline="0">
          <a:solidFill>
            <a:schemeClr val="tx1"/>
          </a:solidFill>
          <a:latin typeface="+mn-lt"/>
          <a:ea typeface="+mn-ea"/>
          <a:cs typeface="Segoe Sans Display" pitchFamily="2" charset="0"/>
        </a:defRPr>
      </a:lvl1pPr>
      <a:lvl2pPr marL="457200" marR="0" indent="-228600" algn="l" defTabSz="932742" rtl="0" eaLnBrk="1" fontAlgn="auto" latinLnBrk="0" hangingPunct="1">
        <a:lnSpc>
          <a:spcPct val="100000"/>
        </a:lnSpc>
        <a:spcBef>
          <a:spcPct val="20000"/>
        </a:spcBef>
        <a:spcAft>
          <a:spcPts val="0"/>
        </a:spcAft>
        <a:buClrTx/>
        <a:buSzPct val="90000"/>
        <a:buFont typeface="Wingdings" panose="05000000000000000000" pitchFamily="2" charset="2"/>
        <a:buChar char=""/>
        <a:tabLst/>
        <a:defRPr sz="2000" kern="1200" spc="0" baseline="0">
          <a:solidFill>
            <a:schemeClr val="tx1"/>
          </a:solidFill>
          <a:latin typeface="+mn-lt"/>
          <a:ea typeface="+mn-ea"/>
          <a:cs typeface="+mn-cs"/>
        </a:defRPr>
      </a:lvl2pPr>
      <a:lvl3pPr marL="657225" marR="0" indent="-200025" algn="l" defTabSz="932742" rtl="0" eaLnBrk="1" fontAlgn="auto" latinLnBrk="0" hangingPunct="1">
        <a:lnSpc>
          <a:spcPct val="100000"/>
        </a:lnSpc>
        <a:spcBef>
          <a:spcPct val="20000"/>
        </a:spcBef>
        <a:spcAft>
          <a:spcPts val="0"/>
        </a:spcAft>
        <a:buClrTx/>
        <a:buSzPct val="90000"/>
        <a:buFont typeface="Wingdings" panose="05000000000000000000" pitchFamily="2" charset="2"/>
        <a:buChar char=""/>
        <a:tabLst/>
        <a:defRPr sz="1600" kern="1200" spc="0" baseline="0">
          <a:solidFill>
            <a:schemeClr val="tx1"/>
          </a:solidFill>
          <a:latin typeface="+mn-lt"/>
          <a:ea typeface="+mn-ea"/>
          <a:cs typeface="+mn-cs"/>
        </a:defRPr>
      </a:lvl3pPr>
      <a:lvl4pPr marL="842963" marR="0" indent="-180975" algn="l" defTabSz="932742" rtl="0" eaLnBrk="1" fontAlgn="auto" latinLnBrk="0" hangingPunct="1">
        <a:lnSpc>
          <a:spcPct val="100000"/>
        </a:lnSpc>
        <a:spcBef>
          <a:spcPct val="20000"/>
        </a:spcBef>
        <a:spcAft>
          <a:spcPts val="0"/>
        </a:spcAft>
        <a:buClrTx/>
        <a:buSzPct val="90000"/>
        <a:buFont typeface="Wingdings" panose="05000000000000000000" pitchFamily="2" charset="2"/>
        <a:buChar char=""/>
        <a:tabLst/>
        <a:defRPr sz="1400" kern="1200" spc="0" baseline="0">
          <a:solidFill>
            <a:schemeClr val="tx1"/>
          </a:solidFill>
          <a:latin typeface="+mn-lt"/>
          <a:ea typeface="+mn-ea"/>
          <a:cs typeface="+mn-cs"/>
        </a:defRPr>
      </a:lvl4pPr>
      <a:lvl5pPr marL="1023938" marR="0" indent="-168275" algn="l" defTabSz="932742" rtl="0" eaLnBrk="1" fontAlgn="auto" latinLnBrk="0" hangingPunct="1">
        <a:lnSpc>
          <a:spcPct val="100000"/>
        </a:lnSpc>
        <a:spcBef>
          <a:spcPct val="20000"/>
        </a:spcBef>
        <a:spcAft>
          <a:spcPts val="0"/>
        </a:spcAft>
        <a:buClrTx/>
        <a:buSzPct val="90000"/>
        <a:buFont typeface="Wingdings" panose="05000000000000000000" pitchFamily="2" charset="2"/>
        <a:buChar char=""/>
        <a:tabLst/>
        <a:defRPr sz="1400" kern="1200" spc="0" baseline="0">
          <a:solidFill>
            <a:schemeClr val="tx1"/>
          </a:solidFill>
          <a:latin typeface="+mn-lt"/>
          <a:ea typeface="+mn-ea"/>
          <a:cs typeface="+mn-cs"/>
        </a:defRPr>
      </a:lvl5pPr>
      <a:lvl6pPr marL="2565040" indent="-233186" algn="l" defTabSz="932742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3031412" indent="-233186" algn="l" defTabSz="932742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97783" indent="-233186" algn="l" defTabSz="932742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964155" indent="-233186" algn="l" defTabSz="932742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66371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32742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99113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65484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331856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98226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64597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730969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6" pos="360">
          <p15:clr>
            <a:srgbClr val="C35EA4"/>
          </p15:clr>
        </p15:guide>
        <p15:guide id="17" pos="7320">
          <p15:clr>
            <a:srgbClr val="C35EA4"/>
          </p15:clr>
        </p15:guide>
        <p15:guide id="25" orient="horz" pos="369">
          <p15:clr>
            <a:srgbClr val="C35EA4"/>
          </p15:clr>
        </p15:guide>
        <p15:guide id="26" orient="horz" pos="3949">
          <p15:clr>
            <a:srgbClr val="C35EA4"/>
          </p15:clr>
        </p15:guide>
        <p15:guide id="28" pos="192">
          <p15:clr>
            <a:srgbClr val="A4A3A4"/>
          </p15:clr>
        </p15:guide>
        <p15:guide id="29" orient="horz" pos="4135">
          <p15:clr>
            <a:srgbClr val="A4A3A4"/>
          </p15:clr>
        </p15:guide>
        <p15:guide id="30" pos="7488">
          <p15:clr>
            <a:srgbClr val="A4A3A4"/>
          </p15:clr>
        </p15:guide>
        <p15:guide id="31" orient="horz" pos="4008">
          <p15:clr>
            <a:srgbClr val="F26B43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26424" y="435824"/>
            <a:ext cx="11336039" cy="744014"/>
          </a:xfrm>
          <a:prstGeom prst="rect">
            <a:avLst/>
          </a:prstGeom>
        </p:spPr>
        <p:txBody>
          <a:bodyPr vert="horz" wrap="square" lIns="0" tIns="164592" rIns="0" bIns="0" rtlCol="0" anchor="t">
            <a:no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"/>
          </p:nvPr>
        </p:nvSpPr>
        <p:spPr>
          <a:xfrm>
            <a:off x="437319" y="1866615"/>
            <a:ext cx="11336039" cy="1276484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79175253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6" r:id="rId1"/>
    <p:sldLayoutId id="2147483697" r:id="rId2"/>
    <p:sldLayoutId id="2147483698" r:id="rId3"/>
    <p:sldLayoutId id="2147483699" r:id="rId4"/>
    <p:sldLayoutId id="2147483700" r:id="rId5"/>
    <p:sldLayoutId id="2147483701" r:id="rId6"/>
    <p:sldLayoutId id="2147483702" r:id="rId7"/>
    <p:sldLayoutId id="2147483703" r:id="rId8"/>
    <p:sldLayoutId id="2147483704" r:id="rId9"/>
    <p:sldLayoutId id="2147483705" r:id="rId10"/>
    <p:sldLayoutId id="2147483706" r:id="rId11"/>
    <p:sldLayoutId id="2147483707" r:id="rId12"/>
    <p:sldLayoutId id="2147483708" r:id="rId13"/>
    <p:sldLayoutId id="2147483709" r:id="rId14"/>
  </p:sldLayoutIdLst>
  <p:transition>
    <p:fade/>
  </p:transition>
  <p:txStyles>
    <p:titleStyle>
      <a:lvl1pPr algn="l" defTabSz="914367" rtl="0" eaLnBrk="1" latinLnBrk="0" hangingPunct="1">
        <a:lnSpc>
          <a:spcPct val="90000"/>
        </a:lnSpc>
        <a:spcBef>
          <a:spcPct val="0"/>
        </a:spcBef>
        <a:buNone/>
        <a:defRPr lang="en-US" sz="3137" b="0" kern="1200" cap="none" spc="-147" baseline="0" dirty="0">
          <a:ln w="3175">
            <a:noFill/>
          </a:ln>
          <a:solidFill>
            <a:srgbClr val="000000"/>
          </a:solidFill>
          <a:effectLst/>
          <a:latin typeface="+mj-lt"/>
          <a:ea typeface="+mn-ea"/>
          <a:cs typeface="Segoe UI" pitchFamily="34" charset="0"/>
        </a:defRPr>
      </a:lvl1pPr>
    </p:titleStyle>
    <p:bodyStyle>
      <a:lvl1pPr marL="0" marR="0" indent="0" algn="l" defTabSz="914367" rtl="0" eaLnBrk="1" fontAlgn="auto" latinLnBrk="0" hangingPunct="1">
        <a:lnSpc>
          <a:spcPct val="90000"/>
        </a:lnSpc>
        <a:spcBef>
          <a:spcPts val="0"/>
        </a:spcBef>
        <a:spcAft>
          <a:spcPts val="0"/>
        </a:spcAft>
        <a:buClrTx/>
        <a:buSzPct val="90000"/>
        <a:buFont typeface="Wingdings" panose="05000000000000000000" pitchFamily="2" charset="2"/>
        <a:buNone/>
        <a:tabLst/>
        <a:defRPr sz="2549" kern="1200" spc="0" baseline="0">
          <a:solidFill>
            <a:srgbClr val="000000"/>
          </a:solidFill>
          <a:latin typeface="+mn-lt"/>
          <a:ea typeface="+mn-ea"/>
          <a:cs typeface="+mn-cs"/>
        </a:defRPr>
      </a:lvl1pPr>
      <a:lvl2pPr marL="224097" marR="0" indent="0" algn="l" defTabSz="914367" rtl="0" eaLnBrk="1" fontAlgn="auto" latinLnBrk="0" hangingPunct="1">
        <a:lnSpc>
          <a:spcPct val="90000"/>
        </a:lnSpc>
        <a:spcBef>
          <a:spcPts val="0"/>
        </a:spcBef>
        <a:spcAft>
          <a:spcPts val="0"/>
        </a:spcAft>
        <a:buClrTx/>
        <a:buSzPct val="90000"/>
        <a:buFont typeface="Wingdings" panose="05000000000000000000" pitchFamily="2" charset="2"/>
        <a:buNone/>
        <a:tabLst/>
        <a:defRPr sz="1961" kern="1200" spc="0" baseline="0">
          <a:solidFill>
            <a:srgbClr val="000000"/>
          </a:solidFill>
          <a:latin typeface="+mn-lt"/>
          <a:ea typeface="+mn-ea"/>
          <a:cs typeface="+mn-cs"/>
        </a:defRPr>
      </a:lvl2pPr>
      <a:lvl3pPr marL="448193" marR="0" indent="0" algn="l" defTabSz="914367" rtl="0" eaLnBrk="1" fontAlgn="auto" latinLnBrk="0" hangingPunct="1">
        <a:lnSpc>
          <a:spcPct val="90000"/>
        </a:lnSpc>
        <a:spcBef>
          <a:spcPts val="0"/>
        </a:spcBef>
        <a:spcAft>
          <a:spcPts val="0"/>
        </a:spcAft>
        <a:buClrTx/>
        <a:buSzPct val="90000"/>
        <a:buFont typeface="Wingdings" panose="05000000000000000000" pitchFamily="2" charset="2"/>
        <a:buNone/>
        <a:tabLst/>
        <a:defRPr sz="1568" kern="1200" spc="0" baseline="0">
          <a:solidFill>
            <a:srgbClr val="000000"/>
          </a:solidFill>
          <a:latin typeface="+mn-lt"/>
          <a:ea typeface="+mn-ea"/>
          <a:cs typeface="+mn-cs"/>
        </a:defRPr>
      </a:lvl3pPr>
      <a:lvl4pPr marL="672290" marR="0" indent="0" algn="l" defTabSz="914367" rtl="0" eaLnBrk="1" fontAlgn="auto" latinLnBrk="0" hangingPunct="1">
        <a:lnSpc>
          <a:spcPct val="90000"/>
        </a:lnSpc>
        <a:spcBef>
          <a:spcPts val="0"/>
        </a:spcBef>
        <a:spcAft>
          <a:spcPts val="0"/>
        </a:spcAft>
        <a:buClrTx/>
        <a:buSzPct val="90000"/>
        <a:buFont typeface="Wingdings" panose="05000000000000000000" pitchFamily="2" charset="2"/>
        <a:buNone/>
        <a:tabLst/>
        <a:defRPr sz="1568" kern="1200" spc="0" baseline="0">
          <a:solidFill>
            <a:srgbClr val="000000"/>
          </a:solidFill>
          <a:latin typeface="+mn-lt"/>
          <a:ea typeface="+mn-ea"/>
          <a:cs typeface="+mn-cs"/>
        </a:defRPr>
      </a:lvl4pPr>
      <a:lvl5pPr marL="896386" marR="0" indent="0" algn="l" defTabSz="914367" rtl="0" eaLnBrk="1" fontAlgn="auto" latinLnBrk="0" hangingPunct="1">
        <a:lnSpc>
          <a:spcPct val="90000"/>
        </a:lnSpc>
        <a:spcBef>
          <a:spcPts val="0"/>
        </a:spcBef>
        <a:spcAft>
          <a:spcPts val="0"/>
        </a:spcAft>
        <a:buClrTx/>
        <a:buSzPct val="90000"/>
        <a:buFont typeface="Wingdings" panose="05000000000000000000" pitchFamily="2" charset="2"/>
        <a:buNone/>
        <a:tabLst/>
        <a:defRPr sz="1568" kern="1200" spc="0" baseline="0">
          <a:solidFill>
            <a:srgbClr val="000000"/>
          </a:solidFill>
          <a:latin typeface="+mn-lt"/>
          <a:ea typeface="+mn-ea"/>
          <a:cs typeface="+mn-cs"/>
        </a:defRPr>
      </a:lvl5pPr>
      <a:lvl6pPr marL="2514509" indent="-228592" algn="l" defTabSz="914367" rtl="0" eaLnBrk="1" latinLnBrk="0" hangingPunct="1">
        <a:spcBef>
          <a:spcPct val="20000"/>
        </a:spcBef>
        <a:buFont typeface="Arial" pitchFamily="34" charset="0"/>
        <a:buChar char="•"/>
        <a:defRPr sz="1961" kern="1200">
          <a:solidFill>
            <a:schemeClr val="tx1"/>
          </a:solidFill>
          <a:latin typeface="+mn-lt"/>
          <a:ea typeface="+mn-ea"/>
          <a:cs typeface="+mn-cs"/>
        </a:defRPr>
      </a:lvl6pPr>
      <a:lvl7pPr marL="2971693" indent="-228592" algn="l" defTabSz="914367" rtl="0" eaLnBrk="1" latinLnBrk="0" hangingPunct="1">
        <a:spcBef>
          <a:spcPct val="20000"/>
        </a:spcBef>
        <a:buFont typeface="Arial" pitchFamily="34" charset="0"/>
        <a:buChar char="•"/>
        <a:defRPr sz="1961" kern="1200">
          <a:solidFill>
            <a:schemeClr val="tx1"/>
          </a:solidFill>
          <a:latin typeface="+mn-lt"/>
          <a:ea typeface="+mn-ea"/>
          <a:cs typeface="+mn-cs"/>
        </a:defRPr>
      </a:lvl7pPr>
      <a:lvl8pPr marL="3428877" indent="-228592" algn="l" defTabSz="914367" rtl="0" eaLnBrk="1" latinLnBrk="0" hangingPunct="1">
        <a:spcBef>
          <a:spcPct val="20000"/>
        </a:spcBef>
        <a:buFont typeface="Arial" pitchFamily="34" charset="0"/>
        <a:buChar char="•"/>
        <a:defRPr sz="1961" kern="1200">
          <a:solidFill>
            <a:schemeClr val="tx1"/>
          </a:solidFill>
          <a:latin typeface="+mn-lt"/>
          <a:ea typeface="+mn-ea"/>
          <a:cs typeface="+mn-cs"/>
        </a:defRPr>
      </a:lvl8pPr>
      <a:lvl9pPr marL="3886061" indent="-228592" algn="l" defTabSz="914367" rtl="0" eaLnBrk="1" latinLnBrk="0" hangingPunct="1">
        <a:spcBef>
          <a:spcPct val="20000"/>
        </a:spcBef>
        <a:buFont typeface="Arial" pitchFamily="34" charset="0"/>
        <a:buChar char="•"/>
        <a:defRPr sz="1961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367" rtl="0" eaLnBrk="1" latinLnBrk="0" hangingPunct="1">
        <a:defRPr sz="1765" kern="1200">
          <a:solidFill>
            <a:schemeClr val="tx1"/>
          </a:solidFill>
          <a:latin typeface="+mn-lt"/>
          <a:ea typeface="+mn-ea"/>
          <a:cs typeface="+mn-cs"/>
        </a:defRPr>
      </a:lvl1pPr>
      <a:lvl2pPr marL="457183" algn="l" defTabSz="914367" rtl="0" eaLnBrk="1" latinLnBrk="0" hangingPunct="1">
        <a:defRPr sz="1765" kern="1200">
          <a:solidFill>
            <a:schemeClr val="tx1"/>
          </a:solidFill>
          <a:latin typeface="+mn-lt"/>
          <a:ea typeface="+mn-ea"/>
          <a:cs typeface="+mn-cs"/>
        </a:defRPr>
      </a:lvl2pPr>
      <a:lvl3pPr marL="914367" algn="l" defTabSz="914367" rtl="0" eaLnBrk="1" latinLnBrk="0" hangingPunct="1">
        <a:defRPr sz="1765" kern="1200">
          <a:solidFill>
            <a:schemeClr val="tx1"/>
          </a:solidFill>
          <a:latin typeface="+mn-lt"/>
          <a:ea typeface="+mn-ea"/>
          <a:cs typeface="+mn-cs"/>
        </a:defRPr>
      </a:lvl3pPr>
      <a:lvl4pPr marL="1371550" algn="l" defTabSz="914367" rtl="0" eaLnBrk="1" latinLnBrk="0" hangingPunct="1">
        <a:defRPr sz="1765" kern="1200">
          <a:solidFill>
            <a:schemeClr val="tx1"/>
          </a:solidFill>
          <a:latin typeface="+mn-lt"/>
          <a:ea typeface="+mn-ea"/>
          <a:cs typeface="+mn-cs"/>
        </a:defRPr>
      </a:lvl4pPr>
      <a:lvl5pPr marL="1828734" algn="l" defTabSz="914367" rtl="0" eaLnBrk="1" latinLnBrk="0" hangingPunct="1">
        <a:defRPr sz="1765" kern="1200">
          <a:solidFill>
            <a:schemeClr val="tx1"/>
          </a:solidFill>
          <a:latin typeface="+mn-lt"/>
          <a:ea typeface="+mn-ea"/>
          <a:cs typeface="+mn-cs"/>
        </a:defRPr>
      </a:lvl5pPr>
      <a:lvl6pPr marL="2285918" algn="l" defTabSz="914367" rtl="0" eaLnBrk="1" latinLnBrk="0" hangingPunct="1">
        <a:defRPr sz="1765" kern="1200">
          <a:solidFill>
            <a:schemeClr val="tx1"/>
          </a:solidFill>
          <a:latin typeface="+mn-lt"/>
          <a:ea typeface="+mn-ea"/>
          <a:cs typeface="+mn-cs"/>
        </a:defRPr>
      </a:lvl6pPr>
      <a:lvl7pPr marL="2743101" algn="l" defTabSz="914367" rtl="0" eaLnBrk="1" latinLnBrk="0" hangingPunct="1">
        <a:defRPr sz="1765" kern="1200">
          <a:solidFill>
            <a:schemeClr val="tx1"/>
          </a:solidFill>
          <a:latin typeface="+mn-lt"/>
          <a:ea typeface="+mn-ea"/>
          <a:cs typeface="+mn-cs"/>
        </a:defRPr>
      </a:lvl7pPr>
      <a:lvl8pPr marL="3200284" algn="l" defTabSz="914367" rtl="0" eaLnBrk="1" latinLnBrk="0" hangingPunct="1">
        <a:defRPr sz="1765" kern="1200">
          <a:solidFill>
            <a:schemeClr val="tx1"/>
          </a:solidFill>
          <a:latin typeface="+mn-lt"/>
          <a:ea typeface="+mn-ea"/>
          <a:cs typeface="+mn-cs"/>
        </a:defRPr>
      </a:lvl8pPr>
      <a:lvl9pPr marL="3657469" algn="l" defTabSz="914367" rtl="0" eaLnBrk="1" latinLnBrk="0" hangingPunct="1">
        <a:defRPr sz="1765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3" pos="1373">
          <p15:clr>
            <a:srgbClr val="C35EA4"/>
          </p15:clr>
        </p15:guide>
        <p15:guide id="4" pos="1517">
          <p15:clr>
            <a:srgbClr val="C35EA4"/>
          </p15:clr>
        </p15:guide>
        <p15:guide id="5" pos="2608">
          <p15:clr>
            <a:srgbClr val="C35EA4"/>
          </p15:clr>
        </p15:guide>
        <p15:guide id="6" pos="2751">
          <p15:clr>
            <a:srgbClr val="C35EA4"/>
          </p15:clr>
        </p15:guide>
        <p15:guide id="7" pos="3844">
          <p15:clr>
            <a:srgbClr val="C35EA4"/>
          </p15:clr>
        </p15:guide>
        <p15:guide id="8" pos="3989">
          <p15:clr>
            <a:srgbClr val="C35EA4"/>
          </p15:clr>
        </p15:guide>
        <p15:guide id="9" pos="5079">
          <p15:clr>
            <a:srgbClr val="C35EA4"/>
          </p15:clr>
        </p15:guide>
        <p15:guide id="10" pos="5222">
          <p15:clr>
            <a:srgbClr val="C35EA4"/>
          </p15:clr>
        </p15:guide>
        <p15:guide id="11" pos="6317">
          <p15:clr>
            <a:srgbClr val="C35EA4"/>
          </p15:clr>
        </p15:guide>
        <p15:guide id="12" pos="6460">
          <p15:clr>
            <a:srgbClr val="C35EA4"/>
          </p15:clr>
        </p15:guide>
        <p15:guide id="16" pos="274">
          <p15:clr>
            <a:srgbClr val="F26B43"/>
          </p15:clr>
        </p15:guide>
        <p15:guide id="17" pos="7558">
          <p15:clr>
            <a:srgbClr val="F26B43"/>
          </p15:clr>
        </p15:guide>
        <p15:guide id="18" orient="horz" pos="758">
          <p15:clr>
            <a:srgbClr val="5ACBF0"/>
          </p15:clr>
        </p15:guide>
        <p15:guide id="19" orient="horz" pos="1372">
          <p15:clr>
            <a:srgbClr val="5ACBF0"/>
          </p15:clr>
        </p15:guide>
        <p15:guide id="20" orient="horz" pos="612">
          <p15:clr>
            <a:srgbClr val="5ACBF0"/>
          </p15:clr>
        </p15:guide>
        <p15:guide id="21" orient="horz" pos="1515">
          <p15:clr>
            <a:srgbClr val="5ACBF0"/>
          </p15:clr>
        </p15:guide>
        <p15:guide id="22" orient="horz" pos="2127">
          <p15:clr>
            <a:srgbClr val="5ACBF0"/>
          </p15:clr>
        </p15:guide>
        <p15:guide id="23" orient="horz" pos="2275">
          <p15:clr>
            <a:srgbClr val="5ACBF0"/>
          </p15:clr>
        </p15:guide>
        <p15:guide id="25" orient="horz" pos="280">
          <p15:clr>
            <a:srgbClr val="F26B43"/>
          </p15:clr>
        </p15:guide>
        <p15:guide id="26" orient="horz" pos="4127">
          <p15:clr>
            <a:srgbClr val="F26B43"/>
          </p15:clr>
        </p15:guide>
        <p15:guide id="27" orient="horz" pos="2889">
          <p15:clr>
            <a:srgbClr val="5ACBF0"/>
          </p15:clr>
        </p15:guide>
        <p15:guide id="28" orient="horz" pos="3032">
          <p15:clr>
            <a:srgbClr val="5ACBF0"/>
          </p15:clr>
        </p15:guide>
        <p15:guide id="29" orient="horz" pos="3648">
          <p15:clr>
            <a:srgbClr val="5ACBF0"/>
          </p15:clr>
        </p15:guide>
        <p15:guide id="30" orient="horz" pos="3792">
          <p15:clr>
            <a:srgbClr val="5ACBF0"/>
          </p15:clr>
        </p15:guide>
      </p15:sldGuideLst>
    </p:ext>
  </p:extLst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600201"/>
            <a:ext cx="109728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1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9152091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1" r:id="rId1"/>
    <p:sldLayoutId id="2147483712" r:id="rId2"/>
    <p:sldLayoutId id="2147483713" r:id="rId3"/>
    <p:sldLayoutId id="2147483714" r:id="rId4"/>
    <p:sldLayoutId id="2147483715" r:id="rId5"/>
    <p:sldLayoutId id="2147483716" r:id="rId6"/>
    <p:sldLayoutId id="2147483717" r:id="rId7"/>
    <p:sldLayoutId id="2147483718" r:id="rId8"/>
    <p:sldLayoutId id="2147483719" r:id="rId9"/>
    <p:sldLayoutId id="2147483720" r:id="rId10"/>
    <p:sldLayoutId id="2147483721" r:id="rId11"/>
    <p:sldLayoutId id="2147483722" r:id="rId12"/>
    <p:sldLayoutId id="2147483723" r:id="rId13"/>
    <p:sldLayoutId id="2147483724" r:id="rId14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8D1397F-3D96-B4C8-79ED-E1DCF018FF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9CC59E5-016C-9074-8D95-7F5F52C3122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A5A8D74-8E97-FA6C-A820-5D962D5D9A8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2BA38D1-E4C1-4454-A3E5-8863343597FA}" type="datetimeFigureOut">
              <a:rPr lang="en-IN" smtClean="0"/>
              <a:t>31-08-2026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77EAB47-7AC5-ECE0-6A03-555754A4062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6BF72F6-A9CC-C4DE-9F56-6C716BEA7C1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1402B53-CE29-4347-9E10-38A305D69B8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19311818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6" r:id="rId1"/>
    <p:sldLayoutId id="2147483727" r:id="rId2"/>
    <p:sldLayoutId id="2147483728" r:id="rId3"/>
    <p:sldLayoutId id="2147483729" r:id="rId4"/>
    <p:sldLayoutId id="2147483730" r:id="rId5"/>
    <p:sldLayoutId id="2147483731" r:id="rId6"/>
    <p:sldLayoutId id="2147483732" r:id="rId7"/>
    <p:sldLayoutId id="2147483733" r:id="rId8"/>
    <p:sldLayoutId id="2147483734" r:id="rId9"/>
    <p:sldLayoutId id="2147483735" r:id="rId10"/>
    <p:sldLayoutId id="2147483736" r:id="rId11"/>
    <p:sldLayoutId id="2147483737" r:id="rId12"/>
    <p:sldLayoutId id="2147483738" r:id="rId1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2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2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2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2.xml"/><Relationship Id="rId2" Type="http://schemas.openxmlformats.org/officeDocument/2006/relationships/image" Target="../media/image20.png"/><Relationship Id="rId3" Type="http://schemas.openxmlformats.org/officeDocument/2006/relationships/image" Target="../media/image21.png"/><Relationship Id="rId4" Type="http://schemas.openxmlformats.org/officeDocument/2006/relationships/image" Target="../media/image22.png"/><Relationship Id="rId5" Type="http://schemas.openxmlformats.org/officeDocument/2006/relationships/image" Target="../media/image23.png"/><Relationship Id="rId6" Type="http://schemas.openxmlformats.org/officeDocument/2006/relationships/image" Target="../media/image24.png"/><Relationship Id="rId7" Type="http://schemas.openxmlformats.org/officeDocument/2006/relationships/image" Target="../media/image25.png"/><Relationship Id="rId8" Type="http://schemas.openxmlformats.org/officeDocument/2006/relationships/image" Target="../media/image26.png"/><Relationship Id="rId9" Type="http://schemas.openxmlformats.org/officeDocument/2006/relationships/image" Target="../media/image27.png"/><Relationship Id="rId10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2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2.xml"/><Relationship Id="rId2" Type="http://schemas.openxmlformats.org/officeDocument/2006/relationships/hyperlink" Target="https://github.com/ragage/ai_hr_cowork_workshop/raw/main/participant/participant-workbook.docx" TargetMode="External"/><Relationship Id="rId3" Type="http://schemas.openxmlformats.org/officeDocument/2006/relationships/hyperlink" Target="https://github.com/ragage/ai_hr_cowork_workshop/raw/main/sample-knowledge/zava-sample-knowledge.zip" TargetMode="External"/><Relationship Id="rId4" Type="http://schemas.openxmlformats.org/officeDocument/2006/relationships/hyperlink" Target="https://github.com/ragage/ai_hr_cowork_workshop/raw/main/participant/quick-reference-card.docx" TargetMode="External"/><Relationship Id="rId5" Type="http://schemas.openxmlformats.org/officeDocument/2006/relationships/hyperlink" Target="https://github.com/ragage/ai_hr_cowork_workshop/raw/main/reference/04-prompt-library.docx" TargetMode="External"/><Relationship Id="rId6" Type="http://schemas.openxmlformats.org/officeDocument/2006/relationships/hyperlink" Target="https://github.com/ragage/ai_hr_cowork_workshop/raw/main/reference/06-responsible-use.docx" TargetMode="External"/><Relationship Id="rId7" Type="http://schemas.openxmlformats.org/officeDocument/2006/relationships/hyperlink" Target="https://github.com/ragage/ai_hr_cowork_workshop/raw/main/participant/after-the-workshop.docx" TargetMode="External"/><Relationship Id="rId8" Type="http://schemas.openxmlformats.org/officeDocument/2006/relationships/hyperlink" Target="https://github.com/ragage/ai_hr_cowork_workshop/raw/main/instructor/instructor-deck.pptx" TargetMode="External"/><Relationship Id="rId9" Type="http://schemas.openxmlformats.org/officeDocument/2006/relationships/hyperlink" Target="https://github.com/ragage/ai_hr_cowork_workshop/raw/main/instructor/facilitator-guide.docx" TargetMode="External"/><Relationship Id="rId10" Type="http://schemas.openxmlformats.org/officeDocument/2006/relationships/hyperlink" Target="https://github.com/ragage/ai_hr_cowork_workshop/raw/main/instructor/facilitator-answer-key.docx" TargetMode="External"/><Relationship Id="rId11" Type="http://schemas.openxmlformats.org/officeDocument/2006/relationships/hyperlink" Target="https://github.com/ragage/ai_hr_cowork_workshop/raw/main/instructor/readiness-checklist.docx" TargetMode="External"/><Relationship Id="rId12" Type="http://schemas.openxmlformats.org/officeDocument/2006/relationships/hyperlink" Target="https://github.com/ragage/ai_hr_cowork_workshop/raw/main/instructor/seed-content.docx" TargetMode="External"/><Relationship Id="rId13" Type="http://schemas.openxmlformats.org/officeDocument/2006/relationships/hyperlink" Target="https://github.com/ragage/ai_hr_cowork_workshop/tree/main/communication" TargetMode="External"/><Relationship Id="rId14" Type="http://schemas.openxmlformats.org/officeDocument/2006/relationships/image" Target="../media/image28.png"/><Relationship Id="rId15" Type="http://schemas.openxmlformats.org/officeDocument/2006/relationships/hyperlink" Target="https://github.com/ragage/ai_hr_cowork_workshop" TargetMode="External"/><Relationship Id="rId16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>
          <a:extLst>
            <a:ext uri="{FF2B5EF4-FFF2-40B4-BE49-F238E27FC236}">
              <a16:creationId xmlns:a16="http://schemas.microsoft.com/office/drawing/2014/main" id="{6CA73066-62EB-02EC-D037-EC294C24A9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>
            <a:extLst>
              <a:ext uri="{FF2B5EF4-FFF2-40B4-BE49-F238E27FC236}">
                <a16:creationId xmlns:a16="http://schemas.microsoft.com/office/drawing/2014/main" id="{5A38DABC-8A4C-0F68-E7D3-3975110991B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84200" y="2148840"/>
            <a:ext cx="9144000" cy="1371600"/>
          </a:xfrm>
          <a:noFill/>
          <a:ln>
            <a:noFill/>
            <a:prstDash/>
          </a:ln>
          <a:effectLst/>
        </p:spPr>
        <p:txBody>
          <a:bodyPr rot="0" spcFirstLastPara="0" vertOverflow="overflow" horzOverflow="overflow" vert="horz" wrap="square" lIns="0" tIns="0" rIns="0" bIns="0" numCol="1" spcCol="0" rtlCol="0" fromWordArt="0" anchor="b" anchorCtr="0" forceAA="0" compatLnSpc="1">
            <a:prstTxWarp prst="textNoShape">
              <a:avLst/>
            </a:prstTxWarp>
            <a:spAutoFit/>
          </a:bodyPr>
          <a:lstStyle>
            <a:lvl1pPr algn="l" defTabSz="932742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lang="en-US" sz="4000" b="0" kern="1200" cap="none" spc="-50" baseline="0">
                <a:ln w="3175">
                  <a:noFill/>
                </a:ln>
                <a:solidFill>
                  <a:schemeClr val="tx1"/>
                </a:solidFill>
                <a:effectLst/>
                <a:latin typeface="+mj-lt"/>
                <a:ea typeface="+mn-ea"/>
                <a:cs typeface="Segoe Sans Display" pitchFamily="2" charset="0"/>
              </a:defRPr>
            </a:lvl1pPr>
          </a:lstStyle>
          <a:p>
            <a:pPr lvl="0"/>
            <a:r>
              <a:rPr lang="en-US" noProof="0" sz="4000"/>
              <a:t>Getting Things Done with Copilot Cowork</a:t>
            </a:r>
            <a:br>
              <a:rPr lang="en-US" noProof="0" sz="4000"/>
            </a:br>
            <a:r>
              <a:rPr lang="en-US" noProof="0" sz="4000"/>
              <a:t>for HR Tasks</a:t>
            </a:r>
            <a:endParaRPr lang="en-US" noProof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6591BFA-242A-4A0F-746F-DC462B53012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IN"/>
              <a:t>Training overview · a 2½-hour, hands-on workshop for HR teams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E45F3F4-9BE0-AC31-C0BF-36DF98724E37}"/>
              </a:ext>
            </a:extLst>
          </p:cNvPr>
          <p:cNvSpPr txBox="1"/>
          <p:nvPr/>
        </p:nvSpPr>
        <p:spPr>
          <a:xfrm>
            <a:off x="584200" y="6293077"/>
            <a:ext cx="6811924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323139"/>
                </a:solidFill>
                <a:effectLst/>
                <a:uLnTx/>
                <a:uFillTx/>
                <a:latin typeface="Segoe Sans Display Semilight"/>
                <a:ea typeface="+mn-ea"/>
                <a:cs typeface="+mn-cs"/>
              </a:rPr>
              <a:t>©2026</a:t>
            </a:r>
            <a:r>
              <a:rPr kumimoji="0" lang="en-US" sz="800" b="0" i="0" u="none" strike="noStrike" kern="1200" cap="none" spc="40" normalizeH="0" baseline="0" noProof="0">
                <a:ln>
                  <a:noFill/>
                </a:ln>
                <a:solidFill>
                  <a:srgbClr val="323139"/>
                </a:solidFill>
                <a:effectLst/>
                <a:uLnTx/>
                <a:uFillTx/>
                <a:latin typeface="Segoe Sans Display Semilight"/>
                <a:ea typeface="+mn-ea"/>
                <a:cs typeface="+mn-cs"/>
              </a:rPr>
              <a:t> </a:t>
            </a:r>
            <a: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323139"/>
                </a:solidFill>
                <a:effectLst/>
                <a:uLnTx/>
                <a:uFillTx/>
                <a:latin typeface="Segoe Sans Display Semilight"/>
                <a:ea typeface="+mn-ea"/>
                <a:cs typeface="+mn-cs"/>
              </a:rPr>
              <a:t>Microsoft</a:t>
            </a:r>
            <a:r>
              <a:rPr kumimoji="0" lang="en-US" sz="800" b="0" i="0" u="none" strike="noStrike" kern="1200" cap="none" spc="40" normalizeH="0" baseline="0" noProof="0">
                <a:ln>
                  <a:noFill/>
                </a:ln>
                <a:solidFill>
                  <a:srgbClr val="323139"/>
                </a:solidFill>
                <a:effectLst/>
                <a:uLnTx/>
                <a:uFillTx/>
                <a:latin typeface="Segoe Sans Display Semilight"/>
                <a:ea typeface="+mn-ea"/>
                <a:cs typeface="+mn-cs"/>
              </a:rPr>
              <a:t> </a:t>
            </a:r>
            <a: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323139"/>
                </a:solidFill>
                <a:effectLst/>
                <a:uLnTx/>
                <a:uFillTx/>
                <a:latin typeface="Segoe Sans Display Semilight"/>
                <a:ea typeface="+mn-ea"/>
                <a:cs typeface="+mn-cs"/>
              </a:rPr>
              <a:t>Corporation.</a:t>
            </a:r>
            <a:r>
              <a:rPr kumimoji="0" lang="en-US" sz="800" b="0" i="0" u="none" strike="noStrike" kern="1200" cap="none" spc="40" normalizeH="0" baseline="0" noProof="0">
                <a:ln>
                  <a:noFill/>
                </a:ln>
                <a:solidFill>
                  <a:srgbClr val="323139"/>
                </a:solidFill>
                <a:effectLst/>
                <a:uLnTx/>
                <a:uFillTx/>
                <a:latin typeface="Segoe Sans Display Semilight"/>
                <a:ea typeface="+mn-ea"/>
                <a:cs typeface="+mn-cs"/>
              </a:rPr>
              <a:t> </a:t>
            </a:r>
            <a: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323139"/>
                </a:solidFill>
                <a:effectLst/>
                <a:uLnTx/>
                <a:uFillTx/>
                <a:latin typeface="Segoe Sans Display Semilight"/>
                <a:ea typeface="+mn-ea"/>
                <a:cs typeface="+mn-cs"/>
              </a:rPr>
              <a:t>All</a:t>
            </a:r>
            <a:r>
              <a:rPr kumimoji="0" lang="en-US" sz="800" b="0" i="0" u="none" strike="noStrike" kern="1200" cap="none" spc="35" normalizeH="0" baseline="0" noProof="0">
                <a:ln>
                  <a:noFill/>
                </a:ln>
                <a:solidFill>
                  <a:srgbClr val="323139"/>
                </a:solidFill>
                <a:effectLst/>
                <a:uLnTx/>
                <a:uFillTx/>
                <a:latin typeface="Segoe Sans Display Semilight"/>
                <a:ea typeface="+mn-ea"/>
                <a:cs typeface="+mn-cs"/>
              </a:rPr>
              <a:t> </a:t>
            </a:r>
            <a: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323139"/>
                </a:solidFill>
                <a:effectLst/>
                <a:uLnTx/>
                <a:uFillTx/>
                <a:latin typeface="Segoe Sans Display Semilight"/>
                <a:ea typeface="+mn-ea"/>
                <a:cs typeface="+mn-cs"/>
              </a:rPr>
              <a:t>rights</a:t>
            </a:r>
            <a:r>
              <a:rPr kumimoji="0" lang="en-US" sz="800" b="0" i="0" u="none" strike="noStrike" kern="1200" cap="none" spc="40" normalizeH="0" baseline="0" noProof="0">
                <a:ln>
                  <a:noFill/>
                </a:ln>
                <a:solidFill>
                  <a:srgbClr val="323139"/>
                </a:solidFill>
                <a:effectLst/>
                <a:uLnTx/>
                <a:uFillTx/>
                <a:latin typeface="Segoe Sans Display Semilight"/>
                <a:ea typeface="+mn-ea"/>
                <a:cs typeface="+mn-cs"/>
              </a:rPr>
              <a:t> </a:t>
            </a:r>
            <a: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323139"/>
                </a:solidFill>
                <a:effectLst/>
                <a:uLnTx/>
                <a:uFillTx/>
                <a:latin typeface="Segoe Sans Display Semilight"/>
                <a:ea typeface="+mn-ea"/>
                <a:cs typeface="+mn-cs"/>
              </a:rPr>
              <a:t>reserved</a:t>
            </a:r>
            <a: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Sans Display Semilight"/>
                <a:ea typeface="+mn-ea"/>
                <a:cs typeface="+mn-cs"/>
              </a:rPr>
              <a:t>.</a:t>
            </a:r>
            <a:r>
              <a:rPr kumimoji="0" lang="en-US" sz="800" b="0" i="0" u="none" strike="noStrike" kern="1200" cap="none" spc="4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Sans Display Semilight"/>
                <a:ea typeface="+mn-ea"/>
                <a:cs typeface="+mn-cs"/>
              </a:rPr>
              <a:t> </a:t>
            </a: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323139"/>
              </a:solidFill>
              <a:effectLst/>
              <a:uLnTx/>
              <a:uFillTx/>
              <a:latin typeface="Segoe Sans Display Semilight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541237129"/>
      </p:ext>
    </p:extLst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>
          <a:extLst>
            <a:ext uri="{FF2B5EF4-FFF2-40B4-BE49-F238E27FC236}">
              <a16:creationId xmlns:a16="http://schemas.microsoft.com/office/drawing/2014/main" id="{1690EC29-5E32-79B5-E29E-1E389EB1B8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1224B80-F0A8-232A-607E-25709F49219E}"/>
              </a:ext>
            </a:extLst>
          </p:cNvPr>
          <p:cNvSpPr txBox="1"/>
          <p:nvPr/>
        </p:nvSpPr>
        <p:spPr>
          <a:xfrm>
            <a:off x="502920" y="347472"/>
            <a:ext cx="11155680" cy="41549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700" b="1" i="0" u="none" strike="noStrike" kern="1200" cap="none" spc="0" normalizeH="0" baseline="0" noProof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About the training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42FDF1E-C1D0-BD11-A7D1-CD7E8CECE583}"/>
              </a:ext>
            </a:extLst>
          </p:cNvPr>
          <p:cNvSpPr txBox="1"/>
          <p:nvPr/>
        </p:nvSpPr>
        <p:spPr>
          <a:xfrm>
            <a:off x="502920" y="932688"/>
            <a:ext cx="11064240" cy="2154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>
                <a:ln>
                  <a:noFill/>
                </a:ln>
                <a:solidFill>
                  <a:srgbClr val="616161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Hands-on practice with Microsoft Copilot Cowork on everyday HR work. No code required.</a:t>
            </a:r>
          </a:p>
        </p:txBody>
      </p:sp>
      <p:sp>
        <p:nvSpPr>
          <p:cNvPr id="4" name="Rectangle 3">
            <a:extLst>
              <a:ext uri="{C183D7F6-B498-43B3-948B-1728B52AA6E4}">
                <ns0:decorative xmlns:ns0="http://schemas.microsoft.com/office/drawing/2017/decorative" val="1"/>
              </a:ext>
            </a:extLst>
          </p:cNvPr>
          <p:cNvSpPr/>
          <p:nvPr/>
        </p:nvSpPr>
        <p:spPr>
          <a:xfrm>
            <a:off x="502920" y="1463040"/>
            <a:ext cx="3611880" cy="3063240"/>
          </a:xfrm>
          <a:prstGeom prst="rect">
            <a:avLst/>
          </a:prstGeom>
          <a:solidFill>
            <a:srgbClr val="FFFFFF"/>
          </a:solidFill>
          <a:ln w="9525">
            <a:solidFill>
              <a:srgbClr val="D1D1D1"/>
            </a:solidFill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>
            <a:extLst>
              <a:ext uri="{C183D7F6-B498-43B3-948B-1728B52AA6E4}">
                <ns1:decorative xmlns:ns1="http://schemas.microsoft.com/office/drawing/2017/decorative" val="1"/>
              </a:ext>
            </a:extLst>
          </p:cNvPr>
          <p:cNvSpPr/>
          <p:nvPr/>
        </p:nvSpPr>
        <p:spPr>
          <a:xfrm>
            <a:off x="502920" y="1463040"/>
            <a:ext cx="3611880" cy="41148"/>
          </a:xfrm>
          <a:prstGeom prst="rect">
            <a:avLst/>
          </a:prstGeom>
          <a:solidFill>
            <a:srgbClr val="0F6C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649224" y="1645920"/>
            <a:ext cx="331927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0F6CBD"/>
                </a:solidFill>
                <a:latin typeface="Segoe UI"/>
              </a:rPr>
              <a:t>WHO IT’S FOR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9224" y="2084832"/>
            <a:ext cx="3319272" cy="2331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182880" indent="-182880">
              <a:spcAft>
                <a:spcPts val="500"/>
              </a:spcAft>
              <a:buFont typeface="Arial"/>
              <a:buChar char="•"/>
            </a:pPr>
            <a:r>
              <a:rPr sz="1500" b="0" i="0">
                <a:solidFill>
                  <a:srgbClr val="242424"/>
                </a:solidFill>
                <a:latin typeface="Segoe UI"/>
              </a:rPr>
              <a:t>HR practitioners doing day-to-day operations</a:t>
            </a:r>
          </a:p>
          <a:p>
            <a:pPr algn="l" marL="182880" indent="-182880">
              <a:spcAft>
                <a:spcPts val="500"/>
              </a:spcAft>
              <a:buFont typeface="Arial"/>
              <a:buChar char="•"/>
            </a:pPr>
            <a:r>
              <a:rPr sz="1500" b="0" i="0">
                <a:solidFill>
                  <a:srgbClr val="242424"/>
                </a:solidFill>
                <a:latin typeface="Segoe UI"/>
              </a:rPr>
              <a:t>No-code and beginner-friendly</a:t>
            </a:r>
          </a:p>
          <a:p>
            <a:pPr algn="l" marL="182880" indent="-182880">
              <a:spcAft>
                <a:spcPts val="500"/>
              </a:spcAft>
              <a:buFont typeface="Arial"/>
              <a:buChar char="•"/>
            </a:pPr>
            <a:r>
              <a:rPr sz="1500" b="0" i="0">
                <a:solidFill>
                  <a:srgbClr val="242424"/>
                </a:solidFill>
                <a:latin typeface="Segoe UI"/>
              </a:rPr>
              <a:t>About </a:t>
            </a:r>
            <a:r>
              <a:rPr sz="1500" b="1" i="0">
                <a:solidFill>
                  <a:srgbClr val="242424"/>
                </a:solidFill>
                <a:latin typeface="Segoe UI"/>
              </a:rPr>
              <a:t>25 attendees</a:t>
            </a:r>
            <a:r>
              <a:rPr sz="1500" b="0" i="0">
                <a:solidFill>
                  <a:srgbClr val="242424"/>
                </a:solidFill>
                <a:latin typeface="Segoe UI"/>
              </a:rPr>
              <a:t> per session</a:t>
            </a:r>
          </a:p>
        </p:txBody>
      </p:sp>
      <p:sp>
        <p:nvSpPr>
          <p:cNvPr id="8" name="Rectangle 7">
            <a:extLst>
              <a:ext uri="{C183D7F6-B498-43B3-948B-1728B52AA6E4}">
                <ns2:decorative xmlns:ns2="http://schemas.microsoft.com/office/drawing/2017/decorative" val="1"/>
              </a:ext>
            </a:extLst>
          </p:cNvPr>
          <p:cNvSpPr/>
          <p:nvPr/>
        </p:nvSpPr>
        <p:spPr>
          <a:xfrm>
            <a:off x="4288536" y="1463040"/>
            <a:ext cx="3611880" cy="3063240"/>
          </a:xfrm>
          <a:prstGeom prst="rect">
            <a:avLst/>
          </a:prstGeom>
          <a:solidFill>
            <a:srgbClr val="FFFFFF"/>
          </a:solidFill>
          <a:ln w="9525">
            <a:solidFill>
              <a:srgbClr val="D1D1D1"/>
            </a:solidFill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>
            <a:extLst>
              <a:ext uri="{C183D7F6-B498-43B3-948B-1728B52AA6E4}">
                <ns3:decorative xmlns:ns3="http://schemas.microsoft.com/office/drawing/2017/decorative" val="1"/>
              </a:ext>
            </a:extLst>
          </p:cNvPr>
          <p:cNvSpPr/>
          <p:nvPr/>
        </p:nvSpPr>
        <p:spPr>
          <a:xfrm>
            <a:off x="4288536" y="1463040"/>
            <a:ext cx="3611880" cy="41148"/>
          </a:xfrm>
          <a:prstGeom prst="rect">
            <a:avLst/>
          </a:prstGeom>
          <a:solidFill>
            <a:srgbClr val="806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4434840" y="1645920"/>
            <a:ext cx="331927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8064A2"/>
                </a:solidFill>
                <a:latin typeface="Segoe UI"/>
              </a:rPr>
              <a:t>FORMAT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34840" y="2084832"/>
            <a:ext cx="3319272" cy="2331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182880" indent="-182880">
              <a:spcAft>
                <a:spcPts val="500"/>
              </a:spcAft>
              <a:buFont typeface="Arial"/>
              <a:buChar char="•"/>
            </a:pPr>
            <a:r>
              <a:rPr sz="1500" b="1" i="0">
                <a:solidFill>
                  <a:srgbClr val="242424"/>
                </a:solidFill>
                <a:latin typeface="Segoe UI"/>
              </a:rPr>
              <a:t>2½ hours</a:t>
            </a:r>
            <a:r>
              <a:rPr sz="1500" b="0" i="0">
                <a:solidFill>
                  <a:srgbClr val="242424"/>
                </a:solidFill>
                <a:latin typeface="Segoe UI"/>
              </a:rPr>
              <a:t>, instructor-led and hands-on</a:t>
            </a:r>
          </a:p>
          <a:p>
            <a:pPr algn="l" marL="182880" indent="-182880">
              <a:spcAft>
                <a:spcPts val="500"/>
              </a:spcAft>
              <a:buFont typeface="Arial"/>
              <a:buChar char="•"/>
            </a:pPr>
            <a:r>
              <a:rPr sz="1500" b="1" i="0">
                <a:solidFill>
                  <a:srgbClr val="242424"/>
                </a:solidFill>
                <a:latin typeface="Segoe UI"/>
              </a:rPr>
              <a:t>Eight</a:t>
            </a:r>
            <a:r>
              <a:rPr sz="1500" b="0" i="0">
                <a:solidFill>
                  <a:srgbClr val="242424"/>
                </a:solidFill>
                <a:latin typeface="Segoe UI"/>
              </a:rPr>
              <a:t> scenario-based exercises, one 15-minute break</a:t>
            </a:r>
          </a:p>
          <a:p>
            <a:pPr algn="l" marL="182880" indent="-182880">
              <a:spcAft>
                <a:spcPts val="500"/>
              </a:spcAft>
              <a:buFont typeface="Arial"/>
              <a:buChar char="•"/>
            </a:pPr>
            <a:r>
              <a:rPr sz="1500" b="0" i="0">
                <a:solidFill>
                  <a:srgbClr val="242424"/>
                </a:solidFill>
                <a:latin typeface="Segoe UI"/>
              </a:rPr>
              <a:t>Your </a:t>
            </a:r>
            <a:r>
              <a:rPr sz="1500" b="1" i="0">
                <a:solidFill>
                  <a:srgbClr val="242424"/>
                </a:solidFill>
                <a:latin typeface="Segoe UI"/>
              </a:rPr>
              <a:t>own work account</a:t>
            </a:r>
            <a:r>
              <a:rPr sz="1500" b="0" i="0">
                <a:solidFill>
                  <a:srgbClr val="242424"/>
                </a:solidFill>
                <a:latin typeface="Segoe UI"/>
              </a:rPr>
              <a:t>: your real calendar and mail for Ex 1, fictional Zava files for the rest</a:t>
            </a:r>
          </a:p>
        </p:txBody>
      </p:sp>
      <p:sp>
        <p:nvSpPr>
          <p:cNvPr id="12" name="Rectangle 11">
            <a:extLst>
              <a:ext uri="{C183D7F6-B498-43B3-948B-1728B52AA6E4}">
                <ns4:decorative xmlns:ns4="http://schemas.microsoft.com/office/drawing/2017/decorative" val="1"/>
              </a:ext>
            </a:extLst>
          </p:cNvPr>
          <p:cNvSpPr/>
          <p:nvPr/>
        </p:nvSpPr>
        <p:spPr>
          <a:xfrm>
            <a:off x="8074152" y="1463040"/>
            <a:ext cx="3611880" cy="3063240"/>
          </a:xfrm>
          <a:prstGeom prst="rect">
            <a:avLst/>
          </a:prstGeom>
          <a:solidFill>
            <a:srgbClr val="FFFFFF"/>
          </a:solidFill>
          <a:ln w="9525">
            <a:solidFill>
              <a:srgbClr val="D1D1D1"/>
            </a:solidFill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>
            <a:extLst>
              <a:ext uri="{C183D7F6-B498-43B3-948B-1728B52AA6E4}">
                <ns5:decorative xmlns:ns5="http://schemas.microsoft.com/office/drawing/2017/decorative" val="1"/>
              </a:ext>
            </a:extLst>
          </p:cNvPr>
          <p:cNvSpPr/>
          <p:nvPr/>
        </p:nvSpPr>
        <p:spPr>
          <a:xfrm>
            <a:off x="8074152" y="1463040"/>
            <a:ext cx="3611880" cy="41148"/>
          </a:xfrm>
          <a:prstGeom prst="rect">
            <a:avLst/>
          </a:prstGeom>
          <a:solidFill>
            <a:srgbClr val="107C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220456" y="1645920"/>
            <a:ext cx="331927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107C10"/>
                </a:solidFill>
                <a:latin typeface="Segoe UI"/>
              </a:rPr>
              <a:t>THREE TOOLS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0456" y="2084832"/>
            <a:ext cx="3319272" cy="2331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182880" indent="-182880">
              <a:spcAft>
                <a:spcPts val="500"/>
              </a:spcAft>
              <a:buFont typeface="Arial"/>
              <a:buChar char="•"/>
            </a:pPr>
            <a:r>
              <a:rPr sz="1500" b="1" i="0">
                <a:solidFill>
                  <a:srgbClr val="242424"/>
                </a:solidFill>
                <a:latin typeface="Segoe UI"/>
              </a:rPr>
              <a:t>Copilot Chat</a:t>
            </a:r>
            <a:r>
              <a:rPr sz="1500" b="0" i="0">
                <a:solidFill>
                  <a:srgbClr val="242424"/>
                </a:solidFill>
                <a:latin typeface="Segoe UI"/>
              </a:rPr>
              <a:t> for quick answers</a:t>
            </a:r>
          </a:p>
          <a:p>
            <a:pPr algn="l" marL="182880" indent="-182880">
              <a:spcAft>
                <a:spcPts val="500"/>
              </a:spcAft>
              <a:buFont typeface="Arial"/>
              <a:buChar char="•"/>
            </a:pPr>
            <a:r>
              <a:rPr sz="1500" b="1" i="0">
                <a:solidFill>
                  <a:srgbClr val="242424"/>
                </a:solidFill>
                <a:latin typeface="Segoe UI"/>
              </a:rPr>
              <a:t>Cowork</a:t>
            </a:r>
            <a:r>
              <a:rPr sz="1500" b="0" i="0">
                <a:solidFill>
                  <a:srgbClr val="242424"/>
                </a:solidFill>
                <a:latin typeface="Segoe UI"/>
              </a:rPr>
              <a:t> for multi-step work that ends in a deliverable</a:t>
            </a:r>
          </a:p>
          <a:p>
            <a:pPr algn="l" marL="182880" indent="-182880">
              <a:spcAft>
                <a:spcPts val="500"/>
              </a:spcAft>
              <a:buFont typeface="Arial"/>
              <a:buChar char="•"/>
            </a:pPr>
            <a:r>
              <a:rPr sz="1500" b="1" i="0">
                <a:solidFill>
                  <a:srgbClr val="242424"/>
                </a:solidFill>
                <a:latin typeface="Segoe UI"/>
              </a:rPr>
              <a:t>Agent Builder</a:t>
            </a:r>
            <a:r>
              <a:rPr sz="1500" b="0" i="0">
                <a:solidFill>
                  <a:srgbClr val="242424"/>
                </a:solidFill>
                <a:latin typeface="Segoe UI"/>
              </a:rPr>
              <a:t> for a reusable helper others can use</a:t>
            </a:r>
          </a:p>
        </p:txBody>
      </p:sp>
      <p:sp>
        <p:nvSpPr>
          <p:cNvPr id="16" name="Rounded Rectangle 15">
            <a:extLst>
              <a:ext uri="{C183D7F6-B498-43B3-948B-1728B52AA6E4}">
                <ns6:decorative xmlns:ns6="http://schemas.microsoft.com/office/drawing/2017/decorative" val="1"/>
              </a:ext>
            </a:extLst>
          </p:cNvPr>
          <p:cNvSpPr/>
          <p:nvPr/>
        </p:nvSpPr>
        <p:spPr>
          <a:xfrm>
            <a:off x="502920" y="4800600"/>
            <a:ext cx="11183112" cy="1371600"/>
          </a:xfrm>
          <a:prstGeom prst="roundRect">
            <a:avLst>
              <a:gd name="adj" fmla="val 12000"/>
            </a:avLst>
          </a:prstGeom>
          <a:solidFill>
            <a:srgbClr val="3414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777240" y="4800600"/>
            <a:ext cx="10634472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600" b="1" i="0">
                <a:solidFill>
                  <a:srgbClr val="FFFFFF"/>
                </a:solidFill>
                <a:latin typeface="Segoe UI"/>
              </a:rPr>
              <a:t>One habit all day: draft → review → approve.</a:t>
            </a:r>
            <a:r>
              <a:rPr sz="1600" b="0" i="0">
                <a:solidFill>
                  <a:srgbClr val="FFFFFF"/>
                </a:solidFill>
                <a:latin typeface="Segoe UI"/>
              </a:rPr>
              <a:t> Cowork pauses before it sends or shares anything, so HR stays accountable for every output.</a:t>
            </a:r>
          </a:p>
        </p:txBody>
      </p:sp>
    </p:spTree>
    <p:extLst>
      <p:ext uri="{BB962C8B-B14F-4D97-AF65-F5344CB8AC3E}">
        <p14:creationId xmlns:p14="http://schemas.microsoft.com/office/powerpoint/2010/main" val="418314712"/>
      </p:ext>
    </p:extLst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>
          <a:extLst>
            <a:ext uri="{FF2B5EF4-FFF2-40B4-BE49-F238E27FC236}">
              <a16:creationId xmlns:a16="http://schemas.microsoft.com/office/drawing/2014/main" id="{1690EC29-5E32-79B5-E29E-1E389EB1B8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1224B80-F0A8-232A-607E-25709F49219E}"/>
              </a:ext>
            </a:extLst>
          </p:cNvPr>
          <p:cNvSpPr txBox="1"/>
          <p:nvPr/>
        </p:nvSpPr>
        <p:spPr>
          <a:xfrm>
            <a:off x="502920" y="347472"/>
            <a:ext cx="11155680" cy="41549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700" b="1" i="0" u="none" strike="noStrike" kern="1200" cap="none" spc="0" normalizeH="0" baseline="0" noProof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What you’ll be able to do by the end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42FDF1E-C1D0-BD11-A7D1-CD7E8CECE583}"/>
              </a:ext>
            </a:extLst>
          </p:cNvPr>
          <p:cNvSpPr txBox="1"/>
          <p:nvPr/>
        </p:nvSpPr>
        <p:spPr>
          <a:xfrm>
            <a:off x="502920" y="932688"/>
            <a:ext cx="11064240" cy="2154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>
                <a:ln>
                  <a:noFill/>
                </a:ln>
                <a:solidFill>
                  <a:srgbClr val="616161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Six learning objectives — we’ll check them at wrap-up.</a:t>
            </a:r>
          </a:p>
        </p:txBody>
      </p:sp>
      <p:sp>
        <p:nvSpPr>
          <p:cNvPr id="4" name="Rectangle 3">
            <a:extLst>
              <a:ext uri="{C183D7F6-B498-43B3-948B-1728B52AA6E4}">
                <ns0:decorative xmlns:ns0="http://schemas.microsoft.com/office/drawing/2017/decorative" val="1"/>
              </a:ext>
            </a:extLst>
          </p:cNvPr>
          <p:cNvSpPr/>
          <p:nvPr/>
        </p:nvSpPr>
        <p:spPr>
          <a:xfrm>
            <a:off x="502920" y="1463040"/>
            <a:ext cx="5513832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D1D1D1"/>
            </a:solidFill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>
            <a:extLst>
              <a:ext uri="{C183D7F6-B498-43B3-948B-1728B52AA6E4}">
                <ns1:decorative xmlns:ns1="http://schemas.microsoft.com/office/drawing/2017/decorative" val="1"/>
              </a:ext>
            </a:extLst>
          </p:cNvPr>
          <p:cNvSpPr/>
          <p:nvPr/>
        </p:nvSpPr>
        <p:spPr>
          <a:xfrm>
            <a:off x="502920" y="1463040"/>
            <a:ext cx="54864" cy="1417320"/>
          </a:xfrm>
          <a:prstGeom prst="rect">
            <a:avLst/>
          </a:prstGeom>
          <a:solidFill>
            <a:srgbClr val="0F6C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777240" y="1463040"/>
            <a:ext cx="640080" cy="1417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3200" b="1" i="0">
                <a:solidFill>
                  <a:srgbClr val="0F6CBD"/>
                </a:solidFill>
                <a:latin typeface="Segoe U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08760" y="1554480"/>
            <a:ext cx="4343400" cy="12344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242424"/>
                </a:solidFill>
                <a:latin typeface="Segoe UI"/>
              </a:rPr>
              <a:t>Choose the right tool</a:t>
            </a:r>
          </a:p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616161"/>
                </a:solidFill>
                <a:latin typeface="Segoe UI"/>
              </a:rPr>
              <a:t>Copilot Chat, </a:t>
            </a:r>
            <a:r>
              <a:rPr sz="1300" b="1" i="0">
                <a:solidFill>
                  <a:srgbClr val="616161"/>
                </a:solidFill>
                <a:latin typeface="Segoe UI"/>
              </a:rPr>
              <a:t>Cowork</a:t>
            </a:r>
            <a:r>
              <a:rPr sz="1300" b="0" i="0">
                <a:solidFill>
                  <a:srgbClr val="616161"/>
                </a:solidFill>
                <a:latin typeface="Segoe UI"/>
              </a:rPr>
              <a:t>, or </a:t>
            </a:r>
            <a:r>
              <a:rPr sz="1300" b="1" i="0">
                <a:solidFill>
                  <a:srgbClr val="616161"/>
                </a:solidFill>
                <a:latin typeface="Segoe UI"/>
              </a:rPr>
              <a:t>Agent Builder</a:t>
            </a:r>
            <a:r>
              <a:rPr sz="1300" b="0" i="0">
                <a:solidFill>
                  <a:srgbClr val="616161"/>
                </a:solidFill>
                <a:latin typeface="Segoe UI"/>
              </a:rPr>
              <a:t> — for the task in front of you.</a:t>
            </a:r>
          </a:p>
        </p:txBody>
      </p:sp>
      <p:sp>
        <p:nvSpPr>
          <p:cNvPr id="8" name="Rectangle 7">
            <a:extLst>
              <a:ext uri="{C183D7F6-B498-43B3-948B-1728B52AA6E4}">
                <ns2:decorative xmlns:ns2="http://schemas.microsoft.com/office/drawing/2017/decorative" val="1"/>
              </a:ext>
            </a:extLst>
          </p:cNvPr>
          <p:cNvSpPr/>
          <p:nvPr/>
        </p:nvSpPr>
        <p:spPr>
          <a:xfrm>
            <a:off x="6172200" y="1463040"/>
            <a:ext cx="5513832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D1D1D1"/>
            </a:solidFill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>
            <a:extLst>
              <a:ext uri="{C183D7F6-B498-43B3-948B-1728B52AA6E4}">
                <ns3:decorative xmlns:ns3="http://schemas.microsoft.com/office/drawing/2017/decorative" val="1"/>
              </a:ext>
            </a:extLst>
          </p:cNvPr>
          <p:cNvSpPr/>
          <p:nvPr/>
        </p:nvSpPr>
        <p:spPr>
          <a:xfrm>
            <a:off x="6172200" y="1463040"/>
            <a:ext cx="54864" cy="1417320"/>
          </a:xfrm>
          <a:prstGeom prst="rect">
            <a:avLst/>
          </a:prstGeom>
          <a:solidFill>
            <a:srgbClr val="806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6446520" y="1463040"/>
            <a:ext cx="640080" cy="1417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3200" b="1" i="0">
                <a:solidFill>
                  <a:srgbClr val="8064A2"/>
                </a:solidFill>
                <a:latin typeface="Segoe UI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78040" y="1554480"/>
            <a:ext cx="4343400" cy="12344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242424"/>
                </a:solidFill>
                <a:latin typeface="Segoe UI"/>
              </a:rPr>
              <a:t>Delegate safely</a:t>
            </a:r>
          </a:p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616161"/>
                </a:solidFill>
                <a:latin typeface="Segoe UI"/>
              </a:rPr>
              <a:t>Describe an outcome; approve Cowork’s actions </a:t>
            </a:r>
            <a:r>
              <a:rPr sz="1300" b="1" i="0">
                <a:solidFill>
                  <a:srgbClr val="616161"/>
                </a:solidFill>
                <a:latin typeface="Segoe UI"/>
              </a:rPr>
              <a:t>one at a time</a:t>
            </a:r>
            <a:r>
              <a:rPr sz="1300" b="0" i="0">
                <a:solidFill>
                  <a:srgbClr val="616161"/>
                </a:solidFill>
                <a:latin typeface="Segoe UI"/>
              </a:rPr>
              <a:t>.</a:t>
            </a:r>
          </a:p>
        </p:txBody>
      </p:sp>
      <p:sp>
        <p:nvSpPr>
          <p:cNvPr id="12" name="Rectangle 11">
            <a:extLst>
              <a:ext uri="{C183D7F6-B498-43B3-948B-1728B52AA6E4}">
                <ns4:decorative xmlns:ns4="http://schemas.microsoft.com/office/drawing/2017/decorative" val="1"/>
              </a:ext>
            </a:extLst>
          </p:cNvPr>
          <p:cNvSpPr/>
          <p:nvPr/>
        </p:nvSpPr>
        <p:spPr>
          <a:xfrm>
            <a:off x="502920" y="3063240"/>
            <a:ext cx="5513832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D1D1D1"/>
            </a:solidFill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>
            <a:extLst>
              <a:ext uri="{C183D7F6-B498-43B3-948B-1728B52AA6E4}">
                <ns5:decorative xmlns:ns5="http://schemas.microsoft.com/office/drawing/2017/decorative" val="1"/>
              </a:ext>
            </a:extLst>
          </p:cNvPr>
          <p:cNvSpPr/>
          <p:nvPr/>
        </p:nvSpPr>
        <p:spPr>
          <a:xfrm>
            <a:off x="502920" y="3063240"/>
            <a:ext cx="54864" cy="1417320"/>
          </a:xfrm>
          <a:prstGeom prst="rect">
            <a:avLst/>
          </a:prstGeom>
          <a:solidFill>
            <a:srgbClr val="107C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777240" y="3063240"/>
            <a:ext cx="640080" cy="1417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3200" b="1" i="0">
                <a:solidFill>
                  <a:srgbClr val="107C10"/>
                </a:solidFill>
                <a:latin typeface="Segoe UI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08760" y="3154680"/>
            <a:ext cx="4343400" cy="12344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242424"/>
                </a:solidFill>
                <a:latin typeface="Segoe UI"/>
              </a:rPr>
              <a:t>Ground in real content</a:t>
            </a:r>
          </a:p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616161"/>
                </a:solidFill>
                <a:latin typeface="Segoe UI"/>
              </a:rPr>
              <a:t>Attach files, research and browse the web </a:t>
            </a:r>
            <a:r>
              <a:rPr sz="1300" b="1" i="0">
                <a:solidFill>
                  <a:srgbClr val="616161"/>
                </a:solidFill>
                <a:latin typeface="Segoe UI"/>
              </a:rPr>
              <a:t>with citations</a:t>
            </a:r>
            <a:r>
              <a:rPr sz="1300" b="0" i="0">
                <a:solidFill>
                  <a:srgbClr val="616161"/>
                </a:solidFill>
                <a:latin typeface="Segoe UI"/>
              </a:rPr>
              <a:t>, and check the result.</a:t>
            </a:r>
          </a:p>
        </p:txBody>
      </p:sp>
      <p:sp>
        <p:nvSpPr>
          <p:cNvPr id="16" name="Rectangle 15">
            <a:extLst>
              <a:ext uri="{C183D7F6-B498-43B3-948B-1728B52AA6E4}">
                <ns6:decorative xmlns:ns6="http://schemas.microsoft.com/office/drawing/2017/decorative" val="1"/>
              </a:ext>
            </a:extLst>
          </p:cNvPr>
          <p:cNvSpPr/>
          <p:nvPr/>
        </p:nvSpPr>
        <p:spPr>
          <a:xfrm>
            <a:off x="6172200" y="3063240"/>
            <a:ext cx="5513832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D1D1D1"/>
            </a:solidFill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>
            <a:extLst>
              <a:ext uri="{C183D7F6-B498-43B3-948B-1728B52AA6E4}">
                <ns7:decorative xmlns:ns7="http://schemas.microsoft.com/office/drawing/2017/decorative" val="1"/>
              </a:ext>
            </a:extLst>
          </p:cNvPr>
          <p:cNvSpPr/>
          <p:nvPr/>
        </p:nvSpPr>
        <p:spPr>
          <a:xfrm>
            <a:off x="6172200" y="3063240"/>
            <a:ext cx="54864" cy="1417320"/>
          </a:xfrm>
          <a:prstGeom prst="rect">
            <a:avLst/>
          </a:prstGeom>
          <a:solidFill>
            <a:srgbClr val="C05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6446520" y="3063240"/>
            <a:ext cx="640080" cy="1417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3200" b="1" i="0">
                <a:solidFill>
                  <a:srgbClr val="C0504D"/>
                </a:solidFill>
                <a:latin typeface="Segoe UI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78040" y="3154680"/>
            <a:ext cx="4343400" cy="12344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242424"/>
                </a:solidFill>
                <a:latin typeface="Segoe UI"/>
              </a:rPr>
              <a:t>Package repeatable work</a:t>
            </a:r>
          </a:p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616161"/>
                </a:solidFill>
                <a:latin typeface="Segoe UI"/>
              </a:rPr>
              <a:t>Build a </a:t>
            </a:r>
            <a:r>
              <a:rPr sz="1300" b="1" i="0">
                <a:solidFill>
                  <a:srgbClr val="616161"/>
                </a:solidFill>
                <a:latin typeface="Segoe UI"/>
              </a:rPr>
              <a:t>custom skill</a:t>
            </a:r>
            <a:r>
              <a:rPr sz="1300" b="0" i="0">
                <a:solidFill>
                  <a:srgbClr val="616161"/>
                </a:solidFill>
                <a:latin typeface="Segoe UI"/>
              </a:rPr>
              <a:t>; schedule recurring work with </a:t>
            </a:r>
            <a:r>
              <a:rPr sz="1300" b="1" i="0">
                <a:solidFill>
                  <a:srgbClr val="616161"/>
                </a:solidFill>
                <a:latin typeface="Segoe UI"/>
              </a:rPr>
              <a:t>Automations</a:t>
            </a:r>
            <a:r>
              <a:rPr sz="1300" b="0" i="0">
                <a:solidFill>
                  <a:srgbClr val="616161"/>
                </a:solidFill>
                <a:latin typeface="Segoe UI"/>
              </a:rPr>
              <a:t>.</a:t>
            </a:r>
          </a:p>
        </p:txBody>
      </p:sp>
      <p:sp>
        <p:nvSpPr>
          <p:cNvPr id="20" name="Rectangle 19">
            <a:extLst>
              <a:ext uri="{C183D7F6-B498-43B3-948B-1728B52AA6E4}">
                <ns8:decorative xmlns:ns8="http://schemas.microsoft.com/office/drawing/2017/decorative" val="1"/>
              </a:ext>
            </a:extLst>
          </p:cNvPr>
          <p:cNvSpPr/>
          <p:nvPr/>
        </p:nvSpPr>
        <p:spPr>
          <a:xfrm>
            <a:off x="502920" y="4663440"/>
            <a:ext cx="5513832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D1D1D1"/>
            </a:solidFill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ectangle 20">
            <a:extLst>
              <a:ext uri="{C183D7F6-B498-43B3-948B-1728B52AA6E4}">
                <ns9:decorative xmlns:ns9="http://schemas.microsoft.com/office/drawing/2017/decorative" val="1"/>
              </a:ext>
            </a:extLst>
          </p:cNvPr>
          <p:cNvSpPr/>
          <p:nvPr/>
        </p:nvSpPr>
        <p:spPr>
          <a:xfrm>
            <a:off x="502920" y="4663440"/>
            <a:ext cx="54864" cy="1417320"/>
          </a:xfrm>
          <a:prstGeom prst="rect">
            <a:avLst/>
          </a:prstGeom>
          <a:solidFill>
            <a:srgbClr val="94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777240" y="4663440"/>
            <a:ext cx="640080" cy="1417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3200" b="1" i="0">
                <a:solidFill>
                  <a:srgbClr val="948A54"/>
                </a:solidFill>
                <a:latin typeface="Segoe UI"/>
              </a:rPr>
              <a:t>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08760" y="4754879"/>
            <a:ext cx="4343400" cy="12344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242424"/>
                </a:solidFill>
                <a:latin typeface="Segoe UI"/>
              </a:rPr>
              <a:t>Build a no-code agent</a:t>
            </a:r>
          </a:p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616161"/>
                </a:solidFill>
                <a:latin typeface="Segoe UI"/>
              </a:rPr>
              <a:t>Answers from HR documents; </a:t>
            </a:r>
            <a:r>
              <a:rPr sz="1300" b="1" i="0">
                <a:solidFill>
                  <a:srgbClr val="616161"/>
                </a:solidFill>
                <a:latin typeface="Segoe UI"/>
              </a:rPr>
              <a:t>declines</a:t>
            </a:r>
            <a:r>
              <a:rPr sz="1300" b="0" i="0">
                <a:solidFill>
                  <a:srgbClr val="616161"/>
                </a:solidFill>
                <a:latin typeface="Segoe UI"/>
              </a:rPr>
              <a:t> what it shouldn’t answer.</a:t>
            </a:r>
          </a:p>
        </p:txBody>
      </p:sp>
      <p:sp>
        <p:nvSpPr>
          <p:cNvPr id="24" name="Rectangle 23">
            <a:extLst>
              <a:ext uri="{C183D7F6-B498-43B3-948B-1728B52AA6E4}">
                <ns10:decorative xmlns:ns10="http://schemas.microsoft.com/office/drawing/2017/decorative" val="1"/>
              </a:ext>
            </a:extLst>
          </p:cNvPr>
          <p:cNvSpPr/>
          <p:nvPr/>
        </p:nvSpPr>
        <p:spPr>
          <a:xfrm>
            <a:off x="6172200" y="4663440"/>
            <a:ext cx="5513832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D1D1D1"/>
            </a:solidFill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ectangle 24">
            <a:extLst>
              <a:ext uri="{C183D7F6-B498-43B3-948B-1728B52AA6E4}">
                <ns11:decorative xmlns:ns11="http://schemas.microsoft.com/office/drawing/2017/decorative" val="1"/>
              </a:ext>
            </a:extLst>
          </p:cNvPr>
          <p:cNvSpPr/>
          <p:nvPr/>
        </p:nvSpPr>
        <p:spPr>
          <a:xfrm>
            <a:off x="6172200" y="4663440"/>
            <a:ext cx="54864" cy="1417320"/>
          </a:xfrm>
          <a:prstGeom prst="rect">
            <a:avLst/>
          </a:prstGeom>
          <a:solidFill>
            <a:srgbClr val="0F6C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6446520" y="4663440"/>
            <a:ext cx="640080" cy="1417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3200" b="1" i="0">
                <a:solidFill>
                  <a:srgbClr val="0F6CBD"/>
                </a:solidFill>
                <a:latin typeface="Segoe UI"/>
              </a:rPr>
              <a:t>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178040" y="4754879"/>
            <a:ext cx="4343400" cy="12344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242424"/>
                </a:solidFill>
                <a:latin typeface="Segoe UI"/>
              </a:rPr>
              <a:t>Apply HR guardrails</a:t>
            </a:r>
          </a:p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616161"/>
                </a:solidFill>
                <a:latin typeface="Segoe UI"/>
              </a:rPr>
              <a:t>Keep real data private, </a:t>
            </a:r>
            <a:r>
              <a:rPr sz="1300" b="1" i="0">
                <a:solidFill>
                  <a:srgbClr val="616161"/>
                </a:solidFill>
                <a:latin typeface="Segoe UI"/>
              </a:rPr>
              <a:t>cite and confirm</a:t>
            </a:r>
            <a:r>
              <a:rPr sz="1300" b="0" i="0">
                <a:solidFill>
                  <a:srgbClr val="616161"/>
                </a:solidFill>
                <a:latin typeface="Segoe UI"/>
              </a:rPr>
              <a:t>, people decisions stay with people.</a:t>
            </a:r>
          </a:p>
        </p:txBody>
      </p:sp>
    </p:spTree>
    <p:extLst>
      <p:ext uri="{BB962C8B-B14F-4D97-AF65-F5344CB8AC3E}">
        <p14:creationId xmlns:p14="http://schemas.microsoft.com/office/powerpoint/2010/main" val="418314712"/>
      </p:ext>
    </p:extLst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>
          <a:extLst>
            <a:ext uri="{FF2B5EF4-FFF2-40B4-BE49-F238E27FC236}">
              <a16:creationId xmlns:a16="http://schemas.microsoft.com/office/drawing/2014/main" id="{1690EC29-5E32-79B5-E29E-1E389EB1B8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1224B80-F0A8-232A-607E-25709F49219E}"/>
              </a:ext>
            </a:extLst>
          </p:cNvPr>
          <p:cNvSpPr txBox="1"/>
          <p:nvPr/>
        </p:nvSpPr>
        <p:spPr>
          <a:xfrm>
            <a:off x="502920" y="347472"/>
            <a:ext cx="11155680" cy="41549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700" b="1" i="0" u="none" strike="noStrike" kern="1200" cap="none" spc="0" normalizeH="0" baseline="0" noProof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Agenda — 2½ hours, hands-on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42FDF1E-C1D0-BD11-A7D1-CD7E8CECE583}"/>
              </a:ext>
            </a:extLst>
          </p:cNvPr>
          <p:cNvSpPr txBox="1"/>
          <p:nvPr/>
        </p:nvSpPr>
        <p:spPr>
          <a:xfrm>
            <a:off x="502920" y="932688"/>
            <a:ext cx="11064240" cy="2154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>
                <a:ln>
                  <a:noFill/>
                </a:ln>
                <a:solidFill>
                  <a:srgbClr val="616161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Framing and a UI tour, then eight scenario-based exercises with one break.</a:t>
            </a:r>
          </a:p>
        </p:txBody>
      </p:sp>
      <p:sp>
        <p:nvSpPr>
          <p:cNvPr id="4" name="Rectangle 3">
            <a:extLst>
              <a:ext uri="{C183D7F6-B498-43B3-948B-1728B52AA6E4}">
                <ns0:decorative xmlns:ns0="http://schemas.microsoft.com/office/drawing/2017/decorative" val="1"/>
              </a:ext>
            </a:extLst>
          </p:cNvPr>
          <p:cNvSpPr/>
          <p:nvPr/>
        </p:nvSpPr>
        <p:spPr>
          <a:xfrm>
            <a:off x="502920" y="1463040"/>
            <a:ext cx="548640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1D1D1"/>
            </a:solidFill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>
            <a:extLst>
              <a:ext uri="{C183D7F6-B498-43B3-948B-1728B52AA6E4}">
                <ns1:decorative xmlns:ns1="http://schemas.microsoft.com/office/drawing/2017/decorative" val="1"/>
              </a:ext>
            </a:extLst>
          </p:cNvPr>
          <p:cNvSpPr/>
          <p:nvPr/>
        </p:nvSpPr>
        <p:spPr>
          <a:xfrm>
            <a:off x="502920" y="1463040"/>
            <a:ext cx="54864" cy="548640"/>
          </a:xfrm>
          <a:prstGeom prst="rect">
            <a:avLst/>
          </a:prstGeom>
          <a:solidFill>
            <a:srgbClr val="0F6C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685800" y="1463040"/>
            <a:ext cx="8229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0F6CBD"/>
                </a:solidFill>
                <a:latin typeface="Segoe UI"/>
              </a:rPr>
              <a:t>5 min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00200" y="1463040"/>
            <a:ext cx="42976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242424"/>
                </a:solidFill>
                <a:latin typeface="Segoe UI"/>
              </a:rPr>
              <a:t>Welcome &amp; context</a:t>
            </a:r>
          </a:p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616161"/>
                </a:solidFill>
                <a:latin typeface="Segoe UI"/>
              </a:rPr>
              <a:t>What Cowork is, HR value, the approval model</a:t>
            </a:r>
          </a:p>
        </p:txBody>
      </p:sp>
      <p:sp>
        <p:nvSpPr>
          <p:cNvPr id="8" name="Rectangle 7">
            <a:extLst>
              <a:ext uri="{C183D7F6-B498-43B3-948B-1728B52AA6E4}">
                <ns2:decorative xmlns:ns2="http://schemas.microsoft.com/office/drawing/2017/decorative" val="1"/>
              </a:ext>
            </a:extLst>
          </p:cNvPr>
          <p:cNvSpPr/>
          <p:nvPr/>
        </p:nvSpPr>
        <p:spPr>
          <a:xfrm>
            <a:off x="502920" y="2084832"/>
            <a:ext cx="548640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1D1D1"/>
            </a:solidFill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>
            <a:extLst>
              <a:ext uri="{C183D7F6-B498-43B3-948B-1728B52AA6E4}">
                <ns3:decorative xmlns:ns3="http://schemas.microsoft.com/office/drawing/2017/decorative" val="1"/>
              </a:ext>
            </a:extLst>
          </p:cNvPr>
          <p:cNvSpPr/>
          <p:nvPr/>
        </p:nvSpPr>
        <p:spPr>
          <a:xfrm>
            <a:off x="502920" y="2084832"/>
            <a:ext cx="54864" cy="548640"/>
          </a:xfrm>
          <a:prstGeom prst="rect">
            <a:avLst/>
          </a:prstGeom>
          <a:solidFill>
            <a:srgbClr val="0F6C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685800" y="2084832"/>
            <a:ext cx="8229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0F6CBD"/>
                </a:solidFill>
                <a:latin typeface="Segoe UI"/>
              </a:rPr>
              <a:t>5 min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00200" y="2084832"/>
            <a:ext cx="42976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242424"/>
                </a:solidFill>
                <a:latin typeface="Segoe UI"/>
              </a:rPr>
              <a:t>Copilot vs. Cowork</a:t>
            </a:r>
          </a:p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616161"/>
                </a:solidFill>
                <a:latin typeface="Segoe UI"/>
              </a:rPr>
              <a:t>The difference and when to use which</a:t>
            </a:r>
          </a:p>
        </p:txBody>
      </p:sp>
      <p:sp>
        <p:nvSpPr>
          <p:cNvPr id="12" name="Rectangle 11">
            <a:extLst>
              <a:ext uri="{C183D7F6-B498-43B3-948B-1728B52AA6E4}">
                <ns4:decorative xmlns:ns4="http://schemas.microsoft.com/office/drawing/2017/decorative" val="1"/>
              </a:ext>
            </a:extLst>
          </p:cNvPr>
          <p:cNvSpPr/>
          <p:nvPr/>
        </p:nvSpPr>
        <p:spPr>
          <a:xfrm>
            <a:off x="502920" y="2706624"/>
            <a:ext cx="548640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1D1D1"/>
            </a:solidFill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>
            <a:extLst>
              <a:ext uri="{C183D7F6-B498-43B3-948B-1728B52AA6E4}">
                <ns5:decorative xmlns:ns5="http://schemas.microsoft.com/office/drawing/2017/decorative" val="1"/>
              </a:ext>
            </a:extLst>
          </p:cNvPr>
          <p:cNvSpPr/>
          <p:nvPr/>
        </p:nvSpPr>
        <p:spPr>
          <a:xfrm>
            <a:off x="502920" y="2706624"/>
            <a:ext cx="54864" cy="548640"/>
          </a:xfrm>
          <a:prstGeom prst="rect">
            <a:avLst/>
          </a:prstGeom>
          <a:solidFill>
            <a:srgbClr val="0F6C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85800" y="2706624"/>
            <a:ext cx="8229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0F6CBD"/>
                </a:solidFill>
                <a:latin typeface="Segoe UI"/>
              </a:rPr>
              <a:t>10 min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00200" y="2706624"/>
            <a:ext cx="42976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242424"/>
                </a:solidFill>
                <a:latin typeface="Segoe UI"/>
              </a:rPr>
              <a:t>Cowork UI walkthrough + setup</a:t>
            </a:r>
          </a:p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616161"/>
                </a:solidFill>
                <a:latin typeface="Segoe UI"/>
              </a:rPr>
              <a:t>New task · My tasks · Automations · Customize</a:t>
            </a:r>
          </a:p>
        </p:txBody>
      </p:sp>
      <p:sp>
        <p:nvSpPr>
          <p:cNvPr id="16" name="Rectangle 15">
            <a:extLst>
              <a:ext uri="{C183D7F6-B498-43B3-948B-1728B52AA6E4}">
                <ns6:decorative xmlns:ns6="http://schemas.microsoft.com/office/drawing/2017/decorative" val="1"/>
              </a:ext>
            </a:extLst>
          </p:cNvPr>
          <p:cNvSpPr/>
          <p:nvPr/>
        </p:nvSpPr>
        <p:spPr>
          <a:xfrm>
            <a:off x="502920" y="3328416"/>
            <a:ext cx="548640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1D1D1"/>
            </a:solidFill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>
            <a:extLst>
              <a:ext uri="{C183D7F6-B498-43B3-948B-1728B52AA6E4}">
                <ns7:decorative xmlns:ns7="http://schemas.microsoft.com/office/drawing/2017/decorative" val="1"/>
              </a:ext>
            </a:extLst>
          </p:cNvPr>
          <p:cNvSpPr/>
          <p:nvPr/>
        </p:nvSpPr>
        <p:spPr>
          <a:xfrm>
            <a:off x="502920" y="3328416"/>
            <a:ext cx="54864" cy="548640"/>
          </a:xfrm>
          <a:prstGeom prst="rect">
            <a:avLst/>
          </a:prstGeom>
          <a:solidFill>
            <a:srgbClr val="806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685800" y="3328416"/>
            <a:ext cx="8229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8064A2"/>
                </a:solidFill>
                <a:latin typeface="Segoe UI"/>
              </a:rPr>
              <a:t>15 min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00200" y="3328416"/>
            <a:ext cx="42976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242424"/>
                </a:solidFill>
                <a:latin typeface="Segoe UI"/>
              </a:rPr>
              <a:t>Ex 1 · Executive Command Center</a:t>
            </a:r>
          </a:p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616161"/>
                </a:solidFill>
                <a:latin typeface="Segoe UI"/>
              </a:rPr>
              <a:t>Interactive HTML dashboard · approvals one at a time</a:t>
            </a:r>
          </a:p>
        </p:txBody>
      </p:sp>
      <p:sp>
        <p:nvSpPr>
          <p:cNvPr id="20" name="Rectangle 19">
            <a:extLst>
              <a:ext uri="{C183D7F6-B498-43B3-948B-1728B52AA6E4}">
                <ns8:decorative xmlns:ns8="http://schemas.microsoft.com/office/drawing/2017/decorative" val="1"/>
              </a:ext>
            </a:extLst>
          </p:cNvPr>
          <p:cNvSpPr/>
          <p:nvPr/>
        </p:nvSpPr>
        <p:spPr>
          <a:xfrm>
            <a:off x="502920" y="3950208"/>
            <a:ext cx="548640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1D1D1"/>
            </a:solidFill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ectangle 20">
            <a:extLst>
              <a:ext uri="{C183D7F6-B498-43B3-948B-1728B52AA6E4}">
                <ns9:decorative xmlns:ns9="http://schemas.microsoft.com/office/drawing/2017/decorative" val="1"/>
              </a:ext>
            </a:extLst>
          </p:cNvPr>
          <p:cNvSpPr/>
          <p:nvPr/>
        </p:nvSpPr>
        <p:spPr>
          <a:xfrm>
            <a:off x="502920" y="3950208"/>
            <a:ext cx="54864" cy="548640"/>
          </a:xfrm>
          <a:prstGeom prst="rect">
            <a:avLst/>
          </a:prstGeom>
          <a:solidFill>
            <a:srgbClr val="107C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85800" y="3950208"/>
            <a:ext cx="8229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107C10"/>
                </a:solidFill>
                <a:latin typeface="Segoe UI"/>
              </a:rPr>
              <a:t>15 min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600200" y="3950208"/>
            <a:ext cx="42976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242424"/>
                </a:solidFill>
                <a:latin typeface="Segoe UI"/>
              </a:rPr>
              <a:t>Ex 2 · Deep Research</a:t>
            </a:r>
          </a:p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616161"/>
                </a:solidFill>
                <a:latin typeface="Segoe UI"/>
              </a:rPr>
              <a:t>Cited briefing + 5 tailored questions</a:t>
            </a:r>
          </a:p>
        </p:txBody>
      </p:sp>
      <p:sp>
        <p:nvSpPr>
          <p:cNvPr id="24" name="Rectangle 23">
            <a:extLst>
              <a:ext uri="{C183D7F6-B498-43B3-948B-1728B52AA6E4}">
                <ns10:decorative xmlns:ns10="http://schemas.microsoft.com/office/drawing/2017/decorative" val="1"/>
              </a:ext>
            </a:extLst>
          </p:cNvPr>
          <p:cNvSpPr/>
          <p:nvPr/>
        </p:nvSpPr>
        <p:spPr>
          <a:xfrm>
            <a:off x="502920" y="4572000"/>
            <a:ext cx="548640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1D1D1"/>
            </a:solidFill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ectangle 24">
            <a:extLst>
              <a:ext uri="{C183D7F6-B498-43B3-948B-1728B52AA6E4}">
                <ns11:decorative xmlns:ns11="http://schemas.microsoft.com/office/drawing/2017/decorative" val="1"/>
              </a:ext>
            </a:extLst>
          </p:cNvPr>
          <p:cNvSpPr/>
          <p:nvPr/>
        </p:nvSpPr>
        <p:spPr>
          <a:xfrm>
            <a:off x="502920" y="4572000"/>
            <a:ext cx="54864" cy="548640"/>
          </a:xfrm>
          <a:prstGeom prst="rect">
            <a:avLst/>
          </a:prstGeom>
          <a:solidFill>
            <a:srgbClr val="107C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685800" y="4572000"/>
            <a:ext cx="8229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107C10"/>
                </a:solidFill>
                <a:latin typeface="Segoe UI"/>
              </a:rPr>
              <a:t>15 min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600200" y="4572000"/>
            <a:ext cx="42976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242424"/>
                </a:solidFill>
                <a:latin typeface="Segoe UI"/>
              </a:rPr>
              <a:t>Ex 3 · Navigate websites</a:t>
            </a:r>
          </a:p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616161"/>
                </a:solidFill>
                <a:latin typeface="Segoe UI"/>
              </a:rPr>
              <a:t>Cowork drives Edge: dol.gov + lni.wa.gov</a:t>
            </a:r>
          </a:p>
        </p:txBody>
      </p:sp>
      <p:sp>
        <p:nvSpPr>
          <p:cNvPr id="28" name="Rectangle 27">
            <a:extLst>
              <a:ext uri="{C183D7F6-B498-43B3-948B-1728B52AA6E4}">
                <ns12:decorative xmlns:ns12="http://schemas.microsoft.com/office/drawing/2017/decorative" val="1"/>
              </a:ext>
            </a:extLst>
          </p:cNvPr>
          <p:cNvSpPr/>
          <p:nvPr/>
        </p:nvSpPr>
        <p:spPr>
          <a:xfrm>
            <a:off x="502920" y="5193792"/>
            <a:ext cx="548640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1D1D1"/>
            </a:solidFill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ectangle 28">
            <a:extLst>
              <a:ext uri="{C183D7F6-B498-43B3-948B-1728B52AA6E4}">
                <ns13:decorative xmlns:ns13="http://schemas.microsoft.com/office/drawing/2017/decorative" val="1"/>
              </a:ext>
            </a:extLst>
          </p:cNvPr>
          <p:cNvSpPr/>
          <p:nvPr/>
        </p:nvSpPr>
        <p:spPr>
          <a:xfrm>
            <a:off x="502920" y="5193792"/>
            <a:ext cx="54864" cy="548640"/>
          </a:xfrm>
          <a:prstGeom prst="rect">
            <a:avLst/>
          </a:prstGeom>
          <a:solidFill>
            <a:srgbClr val="107C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685800" y="5193792"/>
            <a:ext cx="8229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107C10"/>
                </a:solidFill>
                <a:latin typeface="Segoe UI"/>
              </a:rPr>
              <a:t>15 min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600200" y="5193792"/>
            <a:ext cx="42976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242424"/>
                </a:solidFill>
                <a:latin typeface="Segoe UI"/>
              </a:rPr>
              <a:t>Ex 4 · Build a custom skill</a:t>
            </a:r>
          </a:p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616161"/>
                </a:solidFill>
                <a:latin typeface="Segoe UI"/>
              </a:rPr>
              <a:t>Centerpiece: HR Policy Answer</a:t>
            </a:r>
          </a:p>
        </p:txBody>
      </p:sp>
      <p:sp>
        <p:nvSpPr>
          <p:cNvPr id="32" name="Rectangle 31">
            <a:extLst>
              <a:ext uri="{C183D7F6-B498-43B3-948B-1728B52AA6E4}">
                <ns14:decorative xmlns:ns14="http://schemas.microsoft.com/office/drawing/2017/decorative" val="1"/>
              </a:ext>
            </a:extLst>
          </p:cNvPr>
          <p:cNvSpPr/>
          <p:nvPr/>
        </p:nvSpPr>
        <p:spPr>
          <a:xfrm>
            <a:off x="6172200" y="1463040"/>
            <a:ext cx="548640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1D1D1"/>
            </a:solidFill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ectangle 32">
            <a:extLst>
              <a:ext uri="{C183D7F6-B498-43B3-948B-1728B52AA6E4}">
                <ns15:decorative xmlns:ns15="http://schemas.microsoft.com/office/drawing/2017/decorative" val="1"/>
              </a:ext>
            </a:extLst>
          </p:cNvPr>
          <p:cNvSpPr/>
          <p:nvPr/>
        </p:nvSpPr>
        <p:spPr>
          <a:xfrm>
            <a:off x="6172200" y="1463040"/>
            <a:ext cx="54864" cy="548640"/>
          </a:xfrm>
          <a:prstGeom prst="rect">
            <a:avLst/>
          </a:prstGeom>
          <a:solidFill>
            <a:srgbClr val="107C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6355080" y="1463040"/>
            <a:ext cx="8229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107C10"/>
                </a:solidFill>
                <a:latin typeface="Segoe UI"/>
              </a:rPr>
              <a:t>10 min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269480" y="1463040"/>
            <a:ext cx="42976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242424"/>
                </a:solidFill>
                <a:latin typeface="Segoe UI"/>
              </a:rPr>
              <a:t>Ex 5 · Recruiting + reporting</a:t>
            </a:r>
          </a:p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616161"/>
                </a:solidFill>
                <a:latin typeface="Segoe UI"/>
              </a:rPr>
              <a:t>Inclusive job posting + ticket summary</a:t>
            </a:r>
          </a:p>
        </p:txBody>
      </p:sp>
      <p:sp>
        <p:nvSpPr>
          <p:cNvPr id="36" name="Rectangle 35">
            <a:extLst>
              <a:ext uri="{C183D7F6-B498-43B3-948B-1728B52AA6E4}">
                <ns16:decorative xmlns:ns16="http://schemas.microsoft.com/office/drawing/2017/decorative" val="1"/>
              </a:ext>
            </a:extLst>
          </p:cNvPr>
          <p:cNvSpPr/>
          <p:nvPr/>
        </p:nvSpPr>
        <p:spPr>
          <a:xfrm>
            <a:off x="6172200" y="2084832"/>
            <a:ext cx="548640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1D1D1"/>
            </a:solidFill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Rectangle 36">
            <a:extLst>
              <a:ext uri="{C183D7F6-B498-43B3-948B-1728B52AA6E4}">
                <ns17:decorative xmlns:ns17="http://schemas.microsoft.com/office/drawing/2017/decorative" val="1"/>
              </a:ext>
            </a:extLst>
          </p:cNvPr>
          <p:cNvSpPr/>
          <p:nvPr/>
        </p:nvSpPr>
        <p:spPr>
          <a:xfrm>
            <a:off x="6172200" y="2084832"/>
            <a:ext cx="54864" cy="548640"/>
          </a:xfrm>
          <a:prstGeom prst="rect">
            <a:avLst/>
          </a:prstGeom>
          <a:solidFill>
            <a:srgbClr val="8A88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6355080" y="2084832"/>
            <a:ext cx="8229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8A8886"/>
                </a:solidFill>
                <a:latin typeface="Segoe UI"/>
              </a:rPr>
              <a:t>15 min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269480" y="2084832"/>
            <a:ext cx="42976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242424"/>
                </a:solidFill>
                <a:latin typeface="Segoe UI"/>
              </a:rPr>
              <a:t>Break</a:t>
            </a:r>
          </a:p>
        </p:txBody>
      </p:sp>
      <p:sp>
        <p:nvSpPr>
          <p:cNvPr id="40" name="Rectangle 39">
            <a:extLst>
              <a:ext uri="{C183D7F6-B498-43B3-948B-1728B52AA6E4}">
                <ns18:decorative xmlns:ns18="http://schemas.microsoft.com/office/drawing/2017/decorative" val="1"/>
              </a:ext>
            </a:extLst>
          </p:cNvPr>
          <p:cNvSpPr/>
          <p:nvPr/>
        </p:nvSpPr>
        <p:spPr>
          <a:xfrm>
            <a:off x="6172200" y="2706624"/>
            <a:ext cx="548640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1D1D1"/>
            </a:solidFill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Rectangle 40">
            <a:extLst>
              <a:ext uri="{C183D7F6-B498-43B3-948B-1728B52AA6E4}">
                <ns19:decorative xmlns:ns19="http://schemas.microsoft.com/office/drawing/2017/decorative" val="1"/>
              </a:ext>
            </a:extLst>
          </p:cNvPr>
          <p:cNvSpPr/>
          <p:nvPr/>
        </p:nvSpPr>
        <p:spPr>
          <a:xfrm>
            <a:off x="6172200" y="2706624"/>
            <a:ext cx="54864" cy="548640"/>
          </a:xfrm>
          <a:prstGeom prst="rect">
            <a:avLst/>
          </a:prstGeom>
          <a:solidFill>
            <a:srgbClr val="107C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" name="TextBox 41"/>
          <p:cNvSpPr txBox="1"/>
          <p:nvPr/>
        </p:nvSpPr>
        <p:spPr>
          <a:xfrm>
            <a:off x="6355080" y="2706624"/>
            <a:ext cx="8229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107C10"/>
                </a:solidFill>
                <a:latin typeface="Segoe UI"/>
              </a:rPr>
              <a:t>10 min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269480" y="2706624"/>
            <a:ext cx="42976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242424"/>
                </a:solidFill>
                <a:latin typeface="Segoe UI"/>
              </a:rPr>
              <a:t>Ex 6 · Onboarding pack</a:t>
            </a:r>
          </a:p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616161"/>
                </a:solidFill>
                <a:latin typeface="Segoe UI"/>
              </a:rPr>
              <a:t>Orientation deck (+ kickoff, announcement)</a:t>
            </a:r>
          </a:p>
        </p:txBody>
      </p:sp>
      <p:sp>
        <p:nvSpPr>
          <p:cNvPr id="44" name="Rectangle 43">
            <a:extLst>
              <a:ext uri="{C183D7F6-B498-43B3-948B-1728B52AA6E4}">
                <ns20:decorative xmlns:ns20="http://schemas.microsoft.com/office/drawing/2017/decorative" val="1"/>
              </a:ext>
            </a:extLst>
          </p:cNvPr>
          <p:cNvSpPr/>
          <p:nvPr/>
        </p:nvSpPr>
        <p:spPr>
          <a:xfrm>
            <a:off x="6172200" y="3328416"/>
            <a:ext cx="548640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1D1D1"/>
            </a:solidFill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Rectangle 44">
            <a:extLst>
              <a:ext uri="{C183D7F6-B498-43B3-948B-1728B52AA6E4}">
                <ns21:decorative xmlns:ns21="http://schemas.microsoft.com/office/drawing/2017/decorative" val="1"/>
              </a:ext>
            </a:extLst>
          </p:cNvPr>
          <p:cNvSpPr/>
          <p:nvPr/>
        </p:nvSpPr>
        <p:spPr>
          <a:xfrm>
            <a:off x="6172200" y="3328416"/>
            <a:ext cx="54864" cy="548640"/>
          </a:xfrm>
          <a:prstGeom prst="rect">
            <a:avLst/>
          </a:prstGeom>
          <a:solidFill>
            <a:srgbClr val="107C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TextBox 45"/>
          <p:cNvSpPr txBox="1"/>
          <p:nvPr/>
        </p:nvSpPr>
        <p:spPr>
          <a:xfrm>
            <a:off x="6355080" y="3328416"/>
            <a:ext cx="8229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107C10"/>
                </a:solidFill>
                <a:latin typeface="Segoe UI"/>
              </a:rPr>
              <a:t>15 min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269480" y="3328416"/>
            <a:ext cx="42976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242424"/>
                </a:solidFill>
                <a:latin typeface="Segoe UI"/>
              </a:rPr>
              <a:t>Ex 7 · Automate &amp; share</a:t>
            </a:r>
          </a:p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616161"/>
                </a:solidFill>
                <a:latin typeface="Segoe UI"/>
              </a:rPr>
              <a:t>Automations + Daily Briefing (+ sharing)</a:t>
            </a:r>
          </a:p>
        </p:txBody>
      </p:sp>
      <p:sp>
        <p:nvSpPr>
          <p:cNvPr id="48" name="Rectangle 47">
            <a:extLst>
              <a:ext uri="{C183D7F6-B498-43B3-948B-1728B52AA6E4}">
                <ns22:decorative xmlns:ns22="http://schemas.microsoft.com/office/drawing/2017/decorative" val="1"/>
              </a:ext>
            </a:extLst>
          </p:cNvPr>
          <p:cNvSpPr/>
          <p:nvPr/>
        </p:nvSpPr>
        <p:spPr>
          <a:xfrm>
            <a:off x="6172200" y="3950208"/>
            <a:ext cx="548640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1D1D1"/>
            </a:solidFill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9" name="Rectangle 48">
            <a:extLst>
              <a:ext uri="{C183D7F6-B498-43B3-948B-1728B52AA6E4}">
                <ns23:decorative xmlns:ns23="http://schemas.microsoft.com/office/drawing/2017/decorative" val="1"/>
              </a:ext>
            </a:extLst>
          </p:cNvPr>
          <p:cNvSpPr/>
          <p:nvPr/>
        </p:nvSpPr>
        <p:spPr>
          <a:xfrm>
            <a:off x="6172200" y="3950208"/>
            <a:ext cx="54864" cy="548640"/>
          </a:xfrm>
          <a:prstGeom prst="rect">
            <a:avLst/>
          </a:prstGeom>
          <a:solidFill>
            <a:srgbClr val="C05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TextBox 49"/>
          <p:cNvSpPr txBox="1"/>
          <p:nvPr/>
        </p:nvSpPr>
        <p:spPr>
          <a:xfrm>
            <a:off x="6355080" y="3950208"/>
            <a:ext cx="8229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C0504D"/>
                </a:solidFill>
                <a:latin typeface="Segoe UI"/>
              </a:rPr>
              <a:t>15 min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269480" y="3950208"/>
            <a:ext cx="42976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242424"/>
                </a:solidFill>
                <a:latin typeface="Segoe UI"/>
              </a:rPr>
              <a:t>Ex 8 · Agent Builder</a:t>
            </a:r>
          </a:p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616161"/>
                </a:solidFill>
                <a:latin typeface="Segoe UI"/>
              </a:rPr>
              <a:t>Non-Cowork: build an HR Policy Agent</a:t>
            </a:r>
          </a:p>
        </p:txBody>
      </p:sp>
      <p:sp>
        <p:nvSpPr>
          <p:cNvPr id="52" name="Rectangle 51">
            <a:extLst>
              <a:ext uri="{C183D7F6-B498-43B3-948B-1728B52AA6E4}">
                <ns24:decorative xmlns:ns24="http://schemas.microsoft.com/office/drawing/2017/decorative" val="1"/>
              </a:ext>
            </a:extLst>
          </p:cNvPr>
          <p:cNvSpPr/>
          <p:nvPr/>
        </p:nvSpPr>
        <p:spPr>
          <a:xfrm>
            <a:off x="6172200" y="4572000"/>
            <a:ext cx="548640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1D1D1"/>
            </a:solidFill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3" name="Rectangle 52">
            <a:extLst>
              <a:ext uri="{C183D7F6-B498-43B3-948B-1728B52AA6E4}">
                <ns25:decorative xmlns:ns25="http://schemas.microsoft.com/office/drawing/2017/decorative" val="1"/>
              </a:ext>
            </a:extLst>
          </p:cNvPr>
          <p:cNvSpPr/>
          <p:nvPr/>
        </p:nvSpPr>
        <p:spPr>
          <a:xfrm>
            <a:off x="6172200" y="4572000"/>
            <a:ext cx="54864" cy="548640"/>
          </a:xfrm>
          <a:prstGeom prst="rect">
            <a:avLst/>
          </a:prstGeom>
          <a:solidFill>
            <a:srgbClr val="0F6C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" name="TextBox 53"/>
          <p:cNvSpPr txBox="1"/>
          <p:nvPr/>
        </p:nvSpPr>
        <p:spPr>
          <a:xfrm>
            <a:off x="6355080" y="4572000"/>
            <a:ext cx="8229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0F6CBD"/>
                </a:solidFill>
                <a:latin typeface="Segoe UI"/>
              </a:rPr>
              <a:t>5 min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269480" y="4572000"/>
            <a:ext cx="42976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242424"/>
                </a:solidFill>
                <a:latin typeface="Segoe UI"/>
              </a:rPr>
              <a:t>Wrap-up</a:t>
            </a:r>
          </a:p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616161"/>
                </a:solidFill>
                <a:latin typeface="Segoe UI"/>
              </a:rPr>
              <a:t>Three tools and next steps</a:t>
            </a:r>
          </a:p>
        </p:txBody>
      </p:sp>
    </p:spTree>
    <p:extLst>
      <p:ext uri="{BB962C8B-B14F-4D97-AF65-F5344CB8AC3E}">
        <p14:creationId xmlns:p14="http://schemas.microsoft.com/office/powerpoint/2010/main" val="418314712"/>
      </p:ext>
    </p:extLst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>
          <a:extLst>
            <a:ext uri="{FF2B5EF4-FFF2-40B4-BE49-F238E27FC236}">
              <a16:creationId xmlns:a16="http://schemas.microsoft.com/office/drawing/2014/main" id="{1690EC29-5E32-79B5-E29E-1E389EB1B8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1224B80-F0A8-232A-607E-25709F49219E}"/>
              </a:ext>
            </a:extLst>
          </p:cNvPr>
          <p:cNvSpPr txBox="1"/>
          <p:nvPr/>
        </p:nvSpPr>
        <p:spPr>
          <a:xfrm>
            <a:off x="502920" y="347472"/>
            <a:ext cx="11155680" cy="41549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700" b="1" i="0" u="none" strike="noStrike" kern="1200" cap="none" spc="0" normalizeH="0" baseline="0" noProof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Eight hands-on exercises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42FDF1E-C1D0-BD11-A7D1-CD7E8CECE583}"/>
              </a:ext>
            </a:extLst>
          </p:cNvPr>
          <p:cNvSpPr txBox="1"/>
          <p:nvPr/>
        </p:nvSpPr>
        <p:spPr>
          <a:xfrm>
            <a:off x="502920" y="932688"/>
            <a:ext cx="11064240" cy="2154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>
                <a:ln>
                  <a:noFill/>
                </a:ln>
                <a:solidFill>
                  <a:srgbClr val="616161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Each one starts from a real HR scenario and ends in a finished draft.</a:t>
            </a:r>
          </a:p>
        </p:txBody>
      </p:sp>
      <p:sp>
        <p:nvSpPr>
          <p:cNvPr id="4" name="Rectangle 3">
            <a:extLst>
              <a:ext uri="{C183D7F6-B498-43B3-948B-1728B52AA6E4}">
                <ns0:decorative xmlns:ns0="http://schemas.microsoft.com/office/drawing/2017/decorative" val="1"/>
              </a:ext>
            </a:extLst>
          </p:cNvPr>
          <p:cNvSpPr/>
          <p:nvPr/>
        </p:nvSpPr>
        <p:spPr>
          <a:xfrm>
            <a:off x="502920" y="1463040"/>
            <a:ext cx="2679192" cy="2212848"/>
          </a:xfrm>
          <a:prstGeom prst="rect">
            <a:avLst/>
          </a:prstGeom>
          <a:solidFill>
            <a:srgbClr val="FFFFFF"/>
          </a:solidFill>
          <a:ln w="9525">
            <a:solidFill>
              <a:srgbClr val="D1D1D1"/>
            </a:solidFill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>
            <a:extLst>
              <a:ext uri="{C183D7F6-B498-43B3-948B-1728B52AA6E4}">
                <ns1:decorative xmlns:ns1="http://schemas.microsoft.com/office/drawing/2017/decorative" val="1"/>
              </a:ext>
            </a:extLst>
          </p:cNvPr>
          <p:cNvSpPr/>
          <p:nvPr/>
        </p:nvSpPr>
        <p:spPr>
          <a:xfrm>
            <a:off x="502920" y="1463040"/>
            <a:ext cx="2679192" cy="41148"/>
          </a:xfrm>
          <a:prstGeom prst="rect">
            <a:avLst/>
          </a:prstGeom>
          <a:solidFill>
            <a:srgbClr val="0F6C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Exercise 1" descr="Illustration of a bar chart, for the executive command center dashboar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96312" y="1627632"/>
            <a:ext cx="530352" cy="53035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9224" y="1609344"/>
            <a:ext cx="1737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0F6CBD"/>
                </a:solidFill>
                <a:latin typeface="Segoe UI"/>
              </a:rPr>
              <a:t>EXERCISE 1 · 15 MIN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" y="1883664"/>
            <a:ext cx="1828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1400" b="1" i="0">
                <a:solidFill>
                  <a:srgbClr val="242424"/>
                </a:solidFill>
                <a:latin typeface="Segoe UI"/>
              </a:rPr>
              <a:t>Executive Command Center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" y="2423160"/>
            <a:ext cx="2395728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 i="0">
                <a:solidFill>
                  <a:srgbClr val="616161"/>
                </a:solidFill>
                <a:latin typeface="Segoe UI"/>
              </a:rPr>
              <a:t>Turn your calendar, communications, and priority work into a daily executive view of decisions, risks, and actions requiring attention.</a:t>
            </a:r>
          </a:p>
        </p:txBody>
      </p:sp>
      <p:sp>
        <p:nvSpPr>
          <p:cNvPr id="10" name="Rectangle 9">
            <a:extLst>
              <a:ext uri="{C183D7F6-B498-43B3-948B-1728B52AA6E4}">
                <ns2:decorative xmlns:ns2="http://schemas.microsoft.com/office/drawing/2017/decorative" val="1"/>
              </a:ext>
            </a:extLst>
          </p:cNvPr>
          <p:cNvSpPr/>
          <p:nvPr/>
        </p:nvSpPr>
        <p:spPr>
          <a:xfrm>
            <a:off x="3337560" y="1463040"/>
            <a:ext cx="2679192" cy="2212848"/>
          </a:xfrm>
          <a:prstGeom prst="rect">
            <a:avLst/>
          </a:prstGeom>
          <a:solidFill>
            <a:srgbClr val="FFFFFF"/>
          </a:solidFill>
          <a:ln w="9525">
            <a:solidFill>
              <a:srgbClr val="D1D1D1"/>
            </a:solidFill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>
            <a:extLst>
              <a:ext uri="{C183D7F6-B498-43B3-948B-1728B52AA6E4}">
                <ns3:decorative xmlns:ns3="http://schemas.microsoft.com/office/drawing/2017/decorative" val="1"/>
              </a:ext>
            </a:extLst>
          </p:cNvPr>
          <p:cNvSpPr/>
          <p:nvPr/>
        </p:nvSpPr>
        <p:spPr>
          <a:xfrm>
            <a:off x="3337560" y="1463040"/>
            <a:ext cx="2679192" cy="41148"/>
          </a:xfrm>
          <a:prstGeom prst="rect">
            <a:avLst/>
          </a:prstGeom>
          <a:solidFill>
            <a:srgbClr val="806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2" name="Picture Exercise 2" descr="Illustration of a magnifying glass, for Deep Research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30952" y="1627632"/>
            <a:ext cx="530352" cy="53035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483864" y="1609344"/>
            <a:ext cx="1737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8064A2"/>
                </a:solidFill>
                <a:latin typeface="Segoe UI"/>
              </a:rPr>
              <a:t>EXERCISE 2 · 15 MIN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83864" y="1883664"/>
            <a:ext cx="1828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1400" b="1" i="0">
                <a:solidFill>
                  <a:srgbClr val="242424"/>
                </a:solidFill>
                <a:latin typeface="Segoe UI"/>
              </a:rPr>
              <a:t>Deep Research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83864" y="2423160"/>
            <a:ext cx="2395728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 i="0">
                <a:solidFill>
                  <a:srgbClr val="616161"/>
                </a:solidFill>
                <a:latin typeface="Segoe UI"/>
              </a:rPr>
              <a:t>Get an evidence-based view of structured behavioral interviewing and turn it into questions for a real open role.</a:t>
            </a:r>
          </a:p>
        </p:txBody>
      </p:sp>
      <p:sp>
        <p:nvSpPr>
          <p:cNvPr id="16" name="Rectangle 15">
            <a:extLst>
              <a:ext uri="{C183D7F6-B498-43B3-948B-1728B52AA6E4}">
                <ns4:decorative xmlns:ns4="http://schemas.microsoft.com/office/drawing/2017/decorative" val="1"/>
              </a:ext>
            </a:extLst>
          </p:cNvPr>
          <p:cNvSpPr/>
          <p:nvPr/>
        </p:nvSpPr>
        <p:spPr>
          <a:xfrm>
            <a:off x="6172200" y="1463040"/>
            <a:ext cx="2679192" cy="2212848"/>
          </a:xfrm>
          <a:prstGeom prst="rect">
            <a:avLst/>
          </a:prstGeom>
          <a:solidFill>
            <a:srgbClr val="FFFFFF"/>
          </a:solidFill>
          <a:ln w="9525">
            <a:solidFill>
              <a:srgbClr val="D1D1D1"/>
            </a:solidFill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>
            <a:extLst>
              <a:ext uri="{C183D7F6-B498-43B3-948B-1728B52AA6E4}">
                <ns5:decorative xmlns:ns5="http://schemas.microsoft.com/office/drawing/2017/decorative" val="1"/>
              </a:ext>
            </a:extLst>
          </p:cNvPr>
          <p:cNvSpPr/>
          <p:nvPr/>
        </p:nvSpPr>
        <p:spPr>
          <a:xfrm>
            <a:off x="6172200" y="1463040"/>
            <a:ext cx="2679192" cy="41148"/>
          </a:xfrm>
          <a:prstGeom prst="rect">
            <a:avLst/>
          </a:prstGeom>
          <a:solidFill>
            <a:srgbClr val="107C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8" name="Picture Exercise 3" descr="Illustration of a globe, for navigating websites with Cowork's browser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65592" y="1627632"/>
            <a:ext cx="530352" cy="530352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318504" y="1609344"/>
            <a:ext cx="1737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107C10"/>
                </a:solidFill>
                <a:latin typeface="Segoe UI"/>
              </a:rPr>
              <a:t>EXERCISE 3 · 15 MIN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18504" y="1883664"/>
            <a:ext cx="1828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1400" b="1" i="0">
                <a:solidFill>
                  <a:srgbClr val="242424"/>
                </a:solidFill>
                <a:latin typeface="Segoe UI"/>
              </a:rPr>
              <a:t>Browser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18504" y="2423160"/>
            <a:ext cx="2395728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 i="0">
                <a:solidFill>
                  <a:srgbClr val="616161"/>
                </a:solidFill>
                <a:latin typeface="Segoe UI"/>
              </a:rPr>
              <a:t>Have Cowork drive a real web browser for you — search a site, click through, move to a second site — and bring back a sourced comparison.</a:t>
            </a:r>
          </a:p>
        </p:txBody>
      </p:sp>
      <p:sp>
        <p:nvSpPr>
          <p:cNvPr id="22" name="Rectangle 21">
            <a:extLst>
              <a:ext uri="{C183D7F6-B498-43B3-948B-1728B52AA6E4}">
                <ns6:decorative xmlns:ns6="http://schemas.microsoft.com/office/drawing/2017/decorative" val="1"/>
              </a:ext>
            </a:extLst>
          </p:cNvPr>
          <p:cNvSpPr/>
          <p:nvPr/>
        </p:nvSpPr>
        <p:spPr>
          <a:xfrm>
            <a:off x="9006840" y="1463040"/>
            <a:ext cx="2679192" cy="2212848"/>
          </a:xfrm>
          <a:prstGeom prst="rect">
            <a:avLst/>
          </a:prstGeom>
          <a:solidFill>
            <a:srgbClr val="FFFFFF"/>
          </a:solidFill>
          <a:ln w="9525">
            <a:solidFill>
              <a:srgbClr val="D1D1D1"/>
            </a:solidFill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>
            <a:extLst>
              <a:ext uri="{C183D7F6-B498-43B3-948B-1728B52AA6E4}">
                <ns7:decorative xmlns:ns7="http://schemas.microsoft.com/office/drawing/2017/decorative" val="1"/>
              </a:ext>
            </a:extLst>
          </p:cNvPr>
          <p:cNvSpPr/>
          <p:nvPr/>
        </p:nvSpPr>
        <p:spPr>
          <a:xfrm>
            <a:off x="9006840" y="1463040"/>
            <a:ext cx="2679192" cy="41148"/>
          </a:xfrm>
          <a:prstGeom prst="rect">
            <a:avLst/>
          </a:prstGeom>
          <a:solidFill>
            <a:srgbClr val="C05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4" name="Picture Exercise 4" descr="Illustration of a hammer and wrench, for building a custom skill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000232" y="1627632"/>
            <a:ext cx="530352" cy="530352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9153144" y="1609344"/>
            <a:ext cx="1737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C0504D"/>
                </a:solidFill>
                <a:latin typeface="Segoe UI"/>
              </a:rPr>
              <a:t>EXERCISE 4 · 15 MIN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53144" y="1883664"/>
            <a:ext cx="1828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1400" b="1" i="0">
                <a:solidFill>
                  <a:srgbClr val="242424"/>
                </a:solidFill>
                <a:latin typeface="Segoe UI"/>
              </a:rPr>
              <a:t>Custom Skill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53144" y="2423160"/>
            <a:ext cx="2395728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 i="0">
                <a:solidFill>
                  <a:srgbClr val="616161"/>
                </a:solidFill>
                <a:latin typeface="Segoe UI"/>
              </a:rPr>
              <a:t>Teach Cowork to answer policy and benefits questions the same clear, sourced way — every time.</a:t>
            </a:r>
          </a:p>
        </p:txBody>
      </p:sp>
      <p:sp>
        <p:nvSpPr>
          <p:cNvPr id="28" name="Rectangle 27">
            <a:extLst>
              <a:ext uri="{C183D7F6-B498-43B3-948B-1728B52AA6E4}">
                <ns8:decorative xmlns:ns8="http://schemas.microsoft.com/office/drawing/2017/decorative" val="1"/>
              </a:ext>
            </a:extLst>
          </p:cNvPr>
          <p:cNvSpPr/>
          <p:nvPr/>
        </p:nvSpPr>
        <p:spPr>
          <a:xfrm>
            <a:off x="502920" y="3840480"/>
            <a:ext cx="2679192" cy="2212848"/>
          </a:xfrm>
          <a:prstGeom prst="rect">
            <a:avLst/>
          </a:prstGeom>
          <a:solidFill>
            <a:srgbClr val="FFFFFF"/>
          </a:solidFill>
          <a:ln w="9525">
            <a:solidFill>
              <a:srgbClr val="D1D1D1"/>
            </a:solidFill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ectangle 28">
            <a:extLst>
              <a:ext uri="{C183D7F6-B498-43B3-948B-1728B52AA6E4}">
                <ns9:decorative xmlns:ns9="http://schemas.microsoft.com/office/drawing/2017/decorative" val="1"/>
              </a:ext>
            </a:extLst>
          </p:cNvPr>
          <p:cNvSpPr/>
          <p:nvPr/>
        </p:nvSpPr>
        <p:spPr>
          <a:xfrm>
            <a:off x="502920" y="3840480"/>
            <a:ext cx="2679192" cy="41148"/>
          </a:xfrm>
          <a:prstGeom prst="rect">
            <a:avLst/>
          </a:prstGeom>
          <a:solidFill>
            <a:srgbClr val="0F6C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0" name="Picture Exercise 5" descr="Illustration of a clipboard, for recruiting and reporti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496312" y="4005072"/>
            <a:ext cx="530352" cy="530352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649224" y="3986784"/>
            <a:ext cx="1737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0F6CBD"/>
                </a:solidFill>
                <a:latin typeface="Segoe UI"/>
              </a:rPr>
              <a:t>EXERCISE 5 · 10 MIN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9224" y="4261104"/>
            <a:ext cx="1828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1400" b="1" i="0">
                <a:solidFill>
                  <a:srgbClr val="242424"/>
                </a:solidFill>
                <a:latin typeface="Segoe UI"/>
              </a:rPr>
              <a:t>Recruiting + Reporting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9224" y="4800600"/>
            <a:ext cx="2395728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 i="0">
                <a:solidFill>
                  <a:srgbClr val="616161"/>
                </a:solidFill>
                <a:latin typeface="Segoe UI"/>
              </a:rPr>
              <a:t>Attract the right candidates for an open role and get on top of the HR service queue in minutes.</a:t>
            </a:r>
          </a:p>
        </p:txBody>
      </p:sp>
      <p:sp>
        <p:nvSpPr>
          <p:cNvPr id="34" name="Rectangle 33">
            <a:extLst>
              <a:ext uri="{C183D7F6-B498-43B3-948B-1728B52AA6E4}">
                <ns10:decorative xmlns:ns10="http://schemas.microsoft.com/office/drawing/2017/decorative" val="1"/>
              </a:ext>
            </a:extLst>
          </p:cNvPr>
          <p:cNvSpPr/>
          <p:nvPr/>
        </p:nvSpPr>
        <p:spPr>
          <a:xfrm>
            <a:off x="3337560" y="3840480"/>
            <a:ext cx="2679192" cy="2212848"/>
          </a:xfrm>
          <a:prstGeom prst="rect">
            <a:avLst/>
          </a:prstGeom>
          <a:solidFill>
            <a:srgbClr val="FFFFFF"/>
          </a:solidFill>
          <a:ln w="9525">
            <a:solidFill>
              <a:srgbClr val="D1D1D1"/>
            </a:solidFill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Rectangle 34">
            <a:extLst>
              <a:ext uri="{C183D7F6-B498-43B3-948B-1728B52AA6E4}">
                <ns11:decorative xmlns:ns11="http://schemas.microsoft.com/office/drawing/2017/decorative" val="1"/>
              </a:ext>
            </a:extLst>
          </p:cNvPr>
          <p:cNvSpPr/>
          <p:nvPr/>
        </p:nvSpPr>
        <p:spPr>
          <a:xfrm>
            <a:off x="3337560" y="3840480"/>
            <a:ext cx="2679192" cy="41148"/>
          </a:xfrm>
          <a:prstGeom prst="rect">
            <a:avLst/>
          </a:prstGeom>
          <a:solidFill>
            <a:srgbClr val="806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6" name="Picture Exercise 6" descr="Illustration of a party popper, for welcoming a new hire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330952" y="4005072"/>
            <a:ext cx="530352" cy="530352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3483864" y="3986784"/>
            <a:ext cx="1737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8064A2"/>
                </a:solidFill>
                <a:latin typeface="Segoe UI"/>
              </a:rPr>
              <a:t>EXERCISE 6 · 10 MIN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483864" y="4261104"/>
            <a:ext cx="1828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1400" b="1" i="0">
                <a:solidFill>
                  <a:srgbClr val="242424"/>
                </a:solidFill>
                <a:latin typeface="Segoe UI"/>
              </a:rPr>
              <a:t>Onboarding Pack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483864" y="4800600"/>
            <a:ext cx="2395728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 i="0">
                <a:solidFill>
                  <a:srgbClr val="616161"/>
                </a:solidFill>
                <a:latin typeface="Segoe UI"/>
              </a:rPr>
              <a:t>Give a new hire a polished first-day experience without assembling it by hand.</a:t>
            </a:r>
          </a:p>
        </p:txBody>
      </p:sp>
      <p:sp>
        <p:nvSpPr>
          <p:cNvPr id="40" name="Rectangle 39">
            <a:extLst>
              <a:ext uri="{C183D7F6-B498-43B3-948B-1728B52AA6E4}">
                <ns12:decorative xmlns:ns12="http://schemas.microsoft.com/office/drawing/2017/decorative" val="1"/>
              </a:ext>
            </a:extLst>
          </p:cNvPr>
          <p:cNvSpPr/>
          <p:nvPr/>
        </p:nvSpPr>
        <p:spPr>
          <a:xfrm>
            <a:off x="6172200" y="3840480"/>
            <a:ext cx="2679192" cy="2212848"/>
          </a:xfrm>
          <a:prstGeom prst="rect">
            <a:avLst/>
          </a:prstGeom>
          <a:solidFill>
            <a:srgbClr val="FFFFFF"/>
          </a:solidFill>
          <a:ln w="9525">
            <a:solidFill>
              <a:srgbClr val="D1D1D1"/>
            </a:solidFill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Rectangle 40">
            <a:extLst>
              <a:ext uri="{C183D7F6-B498-43B3-948B-1728B52AA6E4}">
                <ns13:decorative xmlns:ns13="http://schemas.microsoft.com/office/drawing/2017/decorative" val="1"/>
              </a:ext>
            </a:extLst>
          </p:cNvPr>
          <p:cNvSpPr/>
          <p:nvPr/>
        </p:nvSpPr>
        <p:spPr>
          <a:xfrm>
            <a:off x="6172200" y="3840480"/>
            <a:ext cx="2679192" cy="41148"/>
          </a:xfrm>
          <a:prstGeom prst="rect">
            <a:avLst/>
          </a:prstGeom>
          <a:solidFill>
            <a:srgbClr val="107C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42" name="Picture Exercise 7" descr="Illustration of an alarm clock, for scheduled automations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165592" y="4005072"/>
            <a:ext cx="530352" cy="530352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6318504" y="3986784"/>
            <a:ext cx="1737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107C10"/>
                </a:solidFill>
                <a:latin typeface="Segoe UI"/>
              </a:rPr>
              <a:t>EXERCISE 7 · 15 MIN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318504" y="4261104"/>
            <a:ext cx="1828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1400" b="1" i="0">
                <a:solidFill>
                  <a:srgbClr val="242424"/>
                </a:solidFill>
                <a:latin typeface="Segoe UI"/>
              </a:rPr>
              <a:t>Automate &amp; Share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318504" y="4800600"/>
            <a:ext cx="2395728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 i="0">
                <a:solidFill>
                  <a:srgbClr val="616161"/>
                </a:solidFill>
                <a:latin typeface="Segoe UI"/>
              </a:rPr>
              <a:t>Stop re-asking for the same work — put it on a schedule and share what you built.</a:t>
            </a:r>
          </a:p>
        </p:txBody>
      </p:sp>
      <p:sp>
        <p:nvSpPr>
          <p:cNvPr id="46" name="Rectangle 45">
            <a:extLst>
              <a:ext uri="{C183D7F6-B498-43B3-948B-1728B52AA6E4}">
                <ns14:decorative xmlns:ns14="http://schemas.microsoft.com/office/drawing/2017/decorative" val="1"/>
              </a:ext>
            </a:extLst>
          </p:cNvPr>
          <p:cNvSpPr/>
          <p:nvPr/>
        </p:nvSpPr>
        <p:spPr>
          <a:xfrm>
            <a:off x="9006840" y="3840480"/>
            <a:ext cx="2679192" cy="2212848"/>
          </a:xfrm>
          <a:prstGeom prst="rect">
            <a:avLst/>
          </a:prstGeom>
          <a:solidFill>
            <a:srgbClr val="FFFFFF"/>
          </a:solidFill>
          <a:ln w="9525">
            <a:solidFill>
              <a:srgbClr val="D1D1D1"/>
            </a:solidFill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7" name="Rectangle 46">
            <a:extLst>
              <a:ext uri="{C183D7F6-B498-43B3-948B-1728B52AA6E4}">
                <ns15:decorative xmlns:ns15="http://schemas.microsoft.com/office/drawing/2017/decorative" val="1"/>
              </a:ext>
            </a:extLst>
          </p:cNvPr>
          <p:cNvSpPr/>
          <p:nvPr/>
        </p:nvSpPr>
        <p:spPr>
          <a:xfrm>
            <a:off x="9006840" y="3840480"/>
            <a:ext cx="2679192" cy="41148"/>
          </a:xfrm>
          <a:prstGeom prst="rect">
            <a:avLst/>
          </a:prstGeom>
          <a:solidFill>
            <a:srgbClr val="C05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48" name="Picture Exercise 8" descr="Illustration of a robot, for the HR Policy Agent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1000232" y="4005072"/>
            <a:ext cx="530352" cy="530352"/>
          </a:xfrm>
          <a:prstGeom prst="rect">
            <a:avLst/>
          </a:prstGeom>
        </p:spPr>
      </p:pic>
      <p:sp>
        <p:nvSpPr>
          <p:cNvPr id="49" name="TextBox 48"/>
          <p:cNvSpPr txBox="1"/>
          <p:nvPr/>
        </p:nvSpPr>
        <p:spPr>
          <a:xfrm>
            <a:off x="9153144" y="3986784"/>
            <a:ext cx="1737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C0504D"/>
                </a:solidFill>
                <a:latin typeface="Segoe UI"/>
              </a:rPr>
              <a:t>EXERCISE 8 · 15 MIN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153144" y="4261104"/>
            <a:ext cx="1828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1400" b="1" i="0">
                <a:solidFill>
                  <a:srgbClr val="242424"/>
                </a:solidFill>
                <a:latin typeface="Segoe UI"/>
              </a:rPr>
              <a:t>HR Policy Agent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153144" y="4800600"/>
            <a:ext cx="2395728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 i="0">
                <a:solidFill>
                  <a:srgbClr val="616161"/>
                </a:solidFill>
                <a:latin typeface="Segoe UI"/>
              </a:rPr>
              <a:t>Stand up a reusable Q&amp;A agent employees can chat with to get sourced policy answers.</a:t>
            </a:r>
          </a:p>
        </p:txBody>
      </p:sp>
    </p:spTree>
    <p:extLst>
      <p:ext uri="{BB962C8B-B14F-4D97-AF65-F5344CB8AC3E}">
        <p14:creationId xmlns:p14="http://schemas.microsoft.com/office/powerpoint/2010/main" val="418314712"/>
      </p:ext>
    </p:extLst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>
          <a:extLst>
            <a:ext uri="{FF2B5EF4-FFF2-40B4-BE49-F238E27FC236}">
              <a16:creationId xmlns:a16="http://schemas.microsoft.com/office/drawing/2014/main" id="{1690EC29-5E32-79B5-E29E-1E389EB1B8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1224B80-F0A8-232A-607E-25709F49219E}"/>
              </a:ext>
            </a:extLst>
          </p:cNvPr>
          <p:cNvSpPr txBox="1"/>
          <p:nvPr/>
        </p:nvSpPr>
        <p:spPr>
          <a:xfrm>
            <a:off x="502920" y="347472"/>
            <a:ext cx="11155680" cy="41549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700" b="1" i="0" u="none" strike="noStrike" kern="1200" cap="none" spc="0" normalizeH="0" baseline="0" noProof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Before the session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42FDF1E-C1D0-BD11-A7D1-CD7E8CECE583}"/>
              </a:ext>
            </a:extLst>
          </p:cNvPr>
          <p:cNvSpPr txBox="1"/>
          <p:nvPr/>
        </p:nvSpPr>
        <p:spPr>
          <a:xfrm>
            <a:off x="502920" y="932688"/>
            <a:ext cx="11064240" cy="2154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>
                <a:ln>
                  <a:noFill/>
                </a:ln>
                <a:solidFill>
                  <a:srgbClr val="616161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What attendees bring, and what the host sets up in advance.</a:t>
            </a:r>
          </a:p>
        </p:txBody>
      </p:sp>
      <p:sp>
        <p:nvSpPr>
          <p:cNvPr id="4" name="Rectangle 3">
            <a:extLst>
              <a:ext uri="{C183D7F6-B498-43B3-948B-1728B52AA6E4}">
                <ns0:decorative xmlns:ns0="http://schemas.microsoft.com/office/drawing/2017/decorative" val="1"/>
              </a:ext>
            </a:extLst>
          </p:cNvPr>
          <p:cNvSpPr/>
          <p:nvPr/>
        </p:nvSpPr>
        <p:spPr>
          <a:xfrm>
            <a:off x="502920" y="1463040"/>
            <a:ext cx="5468112" cy="3154680"/>
          </a:xfrm>
          <a:prstGeom prst="rect">
            <a:avLst/>
          </a:prstGeom>
          <a:solidFill>
            <a:srgbClr val="FFFFFF"/>
          </a:solidFill>
          <a:ln w="9525">
            <a:solidFill>
              <a:srgbClr val="D1D1D1"/>
            </a:solidFill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>
            <a:extLst>
              <a:ext uri="{C183D7F6-B498-43B3-948B-1728B52AA6E4}">
                <ns1:decorative xmlns:ns1="http://schemas.microsoft.com/office/drawing/2017/decorative" val="1"/>
              </a:ext>
            </a:extLst>
          </p:cNvPr>
          <p:cNvSpPr/>
          <p:nvPr/>
        </p:nvSpPr>
        <p:spPr>
          <a:xfrm>
            <a:off x="502920" y="1463040"/>
            <a:ext cx="5468112" cy="41148"/>
          </a:xfrm>
          <a:prstGeom prst="rect">
            <a:avLst/>
          </a:prstGeom>
          <a:solidFill>
            <a:srgbClr val="0F6C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649224" y="1645920"/>
            <a:ext cx="517550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0F6CBD"/>
                </a:solidFill>
                <a:latin typeface="Segoe UI"/>
              </a:rPr>
              <a:t>FOR ATTENDEES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9224" y="2084832"/>
            <a:ext cx="5175504" cy="2423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182880" indent="-182880">
              <a:spcAft>
                <a:spcPts val="500"/>
              </a:spcAft>
              <a:buFont typeface="Arial"/>
              <a:buChar char="•"/>
            </a:pPr>
            <a:r>
              <a:rPr sz="1500" b="0" i="0">
                <a:solidFill>
                  <a:srgbClr val="242424"/>
                </a:solidFill>
                <a:latin typeface="Segoe UI"/>
              </a:rPr>
              <a:t>A </a:t>
            </a:r>
            <a:r>
              <a:rPr sz="1500" b="1" i="0">
                <a:solidFill>
                  <a:srgbClr val="242424"/>
                </a:solidFill>
                <a:latin typeface="Segoe UI"/>
              </a:rPr>
              <a:t>laptop or desktop</a:t>
            </a:r>
            <a:r>
              <a:rPr sz="1500" b="0" i="0">
                <a:solidFill>
                  <a:srgbClr val="242424"/>
                </a:solidFill>
                <a:latin typeface="Segoe UI"/>
              </a:rPr>
              <a:t> (not a phone) with </a:t>
            </a:r>
            <a:r>
              <a:rPr sz="1500" b="1" i="0">
                <a:solidFill>
                  <a:srgbClr val="242424"/>
                </a:solidFill>
                <a:latin typeface="Segoe UI"/>
              </a:rPr>
              <a:t>Microsoft Edge</a:t>
            </a:r>
            <a:r>
              <a:rPr sz="1500" b="0" i="0">
                <a:solidFill>
                  <a:srgbClr val="242424"/>
                </a:solidFill>
                <a:latin typeface="Segoe UI"/>
              </a:rPr>
              <a:t> 152 or later</a:t>
            </a:r>
          </a:p>
          <a:p>
            <a:pPr algn="l" marL="182880" indent="-182880">
              <a:spcAft>
                <a:spcPts val="500"/>
              </a:spcAft>
              <a:buFont typeface="Arial"/>
              <a:buChar char="•"/>
            </a:pPr>
            <a:r>
              <a:rPr sz="1500" b="0" i="0">
                <a:solidFill>
                  <a:srgbClr val="242424"/>
                </a:solidFill>
                <a:latin typeface="Segoe UI"/>
              </a:rPr>
              <a:t>Your </a:t>
            </a:r>
            <a:r>
              <a:rPr sz="1500" b="1" i="0">
                <a:solidFill>
                  <a:srgbClr val="242424"/>
                </a:solidFill>
                <a:latin typeface="Segoe UI"/>
              </a:rPr>
              <a:t>own work account</a:t>
            </a:r>
            <a:r>
              <a:rPr sz="1500" b="0" i="0">
                <a:solidFill>
                  <a:srgbClr val="242424"/>
                </a:solidFill>
                <a:latin typeface="Segoe UI"/>
              </a:rPr>
              <a:t> (Microsoft 365 Copilot licensed)</a:t>
            </a:r>
          </a:p>
          <a:p>
            <a:pPr algn="l" marL="182880" indent="-182880">
              <a:spcAft>
                <a:spcPts val="500"/>
              </a:spcAft>
              <a:buFont typeface="Arial"/>
              <a:buChar char="•"/>
            </a:pPr>
            <a:r>
              <a:rPr sz="1500" b="0" i="0">
                <a:solidFill>
                  <a:srgbClr val="242424"/>
                </a:solidFill>
                <a:latin typeface="Segoe UI"/>
              </a:rPr>
              <a:t>No prep needed; optional five-minute pre-read: </a:t>
            </a:r>
            <a:r>
              <a:rPr sz="1500" b="1" i="0">
                <a:solidFill>
                  <a:srgbClr val="242424"/>
                </a:solidFill>
                <a:latin typeface="Segoe UI"/>
              </a:rPr>
              <a:t>Copilot vs. Cowork</a:t>
            </a:r>
          </a:p>
          <a:p>
            <a:pPr algn="l" marL="182880" indent="-182880">
              <a:spcAft>
                <a:spcPts val="500"/>
              </a:spcAft>
              <a:buFont typeface="Arial"/>
              <a:buChar char="•"/>
            </a:pPr>
            <a:r>
              <a:rPr sz="1500" b="0" i="0">
                <a:solidFill>
                  <a:srgbClr val="242424"/>
                </a:solidFill>
                <a:latin typeface="Segoe UI"/>
              </a:rPr>
              <a:t>Real data stays private; exercise files are fictional</a:t>
            </a:r>
          </a:p>
        </p:txBody>
      </p:sp>
      <p:sp>
        <p:nvSpPr>
          <p:cNvPr id="8" name="Rectangle 7">
            <a:extLst>
              <a:ext uri="{C183D7F6-B498-43B3-948B-1728B52AA6E4}">
                <ns2:decorative xmlns:ns2="http://schemas.microsoft.com/office/drawing/2017/decorative" val="1"/>
              </a:ext>
            </a:extLst>
          </p:cNvPr>
          <p:cNvSpPr/>
          <p:nvPr/>
        </p:nvSpPr>
        <p:spPr>
          <a:xfrm>
            <a:off x="6217920" y="1463040"/>
            <a:ext cx="5468112" cy="3154680"/>
          </a:xfrm>
          <a:prstGeom prst="rect">
            <a:avLst/>
          </a:prstGeom>
          <a:solidFill>
            <a:srgbClr val="FFFFFF"/>
          </a:solidFill>
          <a:ln w="9525">
            <a:solidFill>
              <a:srgbClr val="D1D1D1"/>
            </a:solidFill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>
            <a:extLst>
              <a:ext uri="{C183D7F6-B498-43B3-948B-1728B52AA6E4}">
                <ns3:decorative xmlns:ns3="http://schemas.microsoft.com/office/drawing/2017/decorative" val="1"/>
              </a:ext>
            </a:extLst>
          </p:cNvPr>
          <p:cNvSpPr/>
          <p:nvPr/>
        </p:nvSpPr>
        <p:spPr>
          <a:xfrm>
            <a:off x="6217920" y="1463040"/>
            <a:ext cx="5468112" cy="41148"/>
          </a:xfrm>
          <a:prstGeom prst="rect">
            <a:avLst/>
          </a:prstGeom>
          <a:solidFill>
            <a:srgbClr val="806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6364224" y="1645920"/>
            <a:ext cx="517550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8064A2"/>
                </a:solidFill>
                <a:latin typeface="Segoe UI"/>
              </a:rPr>
              <a:t>FOR HOSTS (START 3 WEEKS OUT)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64224" y="2084832"/>
            <a:ext cx="5175504" cy="2423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182880" indent="-182880">
              <a:spcAft>
                <a:spcPts val="500"/>
              </a:spcAft>
              <a:buFont typeface="Arial"/>
              <a:buChar char="•"/>
            </a:pPr>
            <a:r>
              <a:rPr sz="1500" b="1" i="0">
                <a:solidFill>
                  <a:srgbClr val="242424"/>
                </a:solidFill>
                <a:latin typeface="Segoe UI"/>
              </a:rPr>
              <a:t>Microsoft 365 Copilot</a:t>
            </a:r>
            <a:r>
              <a:rPr sz="1500" b="0" i="0">
                <a:solidFill>
                  <a:srgbClr val="242424"/>
                </a:solidFill>
                <a:latin typeface="Segoe UI"/>
              </a:rPr>
              <a:t> licenses and usage-based billing</a:t>
            </a:r>
          </a:p>
          <a:p>
            <a:pPr algn="l" marL="182880" indent="-182880">
              <a:spcAft>
                <a:spcPts val="500"/>
              </a:spcAft>
              <a:buFont typeface="Arial"/>
              <a:buChar char="•"/>
            </a:pPr>
            <a:r>
              <a:rPr sz="1500" b="0" i="0">
                <a:solidFill>
                  <a:srgbClr val="242424"/>
                </a:solidFill>
                <a:latin typeface="Segoe UI"/>
              </a:rPr>
              <a:t>A </a:t>
            </a:r>
            <a:r>
              <a:rPr sz="1500" b="1" i="0">
                <a:solidFill>
                  <a:srgbClr val="242424"/>
                </a:solidFill>
                <a:latin typeface="Segoe UI"/>
              </a:rPr>
              <a:t>Cowork spending policy</a:t>
            </a:r>
            <a:r>
              <a:rPr sz="1500" b="0" i="0">
                <a:solidFill>
                  <a:srgbClr val="242424"/>
                </a:solidFill>
                <a:latin typeface="Segoe UI"/>
              </a:rPr>
              <a:t> (grants access) with </a:t>
            </a:r>
            <a:r>
              <a:rPr sz="1500" b="1" i="0">
                <a:solidFill>
                  <a:srgbClr val="242424"/>
                </a:solidFill>
                <a:latin typeface="Segoe UI"/>
              </a:rPr>
              <a:t>Cowork Browsing</a:t>
            </a:r>
            <a:r>
              <a:rPr sz="1500" b="0" i="0">
                <a:solidFill>
                  <a:srgbClr val="242424"/>
                </a:solidFill>
                <a:latin typeface="Segoe UI"/>
              </a:rPr>
              <a:t> allowed</a:t>
            </a:r>
          </a:p>
          <a:p>
            <a:pPr algn="l" marL="182880" indent="-182880">
              <a:spcAft>
                <a:spcPts val="500"/>
              </a:spcAft>
              <a:buFont typeface="Arial"/>
              <a:buChar char="•"/>
            </a:pPr>
            <a:r>
              <a:rPr sz="1500" b="0" i="0">
                <a:solidFill>
                  <a:srgbClr val="242424"/>
                </a:solidFill>
                <a:latin typeface="Segoe UI"/>
              </a:rPr>
              <a:t>Attendees in the workshop group, plus 1–2 spare accounts</a:t>
            </a:r>
          </a:p>
          <a:p>
            <a:pPr algn="l" marL="182880" indent="-182880">
              <a:spcAft>
                <a:spcPts val="500"/>
              </a:spcAft>
              <a:buFont typeface="Arial"/>
              <a:buChar char="•"/>
            </a:pPr>
            <a:r>
              <a:rPr sz="1500" b="0" i="0">
                <a:solidFill>
                  <a:srgbClr val="242424"/>
                </a:solidFill>
                <a:latin typeface="Segoe UI"/>
              </a:rPr>
              <a:t>Follow the </a:t>
            </a:r>
            <a:r>
              <a:rPr sz="1500" b="1" i="0">
                <a:solidFill>
                  <a:srgbClr val="242424"/>
                </a:solidFill>
                <a:latin typeface="Segoe UI"/>
              </a:rPr>
              <a:t>readiness checklist</a:t>
            </a:r>
            <a:r>
              <a:rPr sz="1500" b="0" i="0">
                <a:solidFill>
                  <a:srgbClr val="242424"/>
                </a:solidFill>
                <a:latin typeface="Segoe UI"/>
              </a:rPr>
              <a:t> for the full timeline and Plan B</a:t>
            </a:r>
          </a:p>
        </p:txBody>
      </p:sp>
      <p:sp>
        <p:nvSpPr>
          <p:cNvPr id="12" name="Rounded Rectangle 11">
            <a:extLst>
              <a:ext uri="{C183D7F6-B498-43B3-948B-1728B52AA6E4}">
                <ns4:decorative xmlns:ns4="http://schemas.microsoft.com/office/drawing/2017/decorative" val="1"/>
              </a:ext>
            </a:extLst>
          </p:cNvPr>
          <p:cNvSpPr/>
          <p:nvPr/>
        </p:nvSpPr>
        <p:spPr>
          <a:xfrm>
            <a:off x="502920" y="4846320"/>
            <a:ext cx="11183112" cy="1325880"/>
          </a:xfrm>
          <a:prstGeom prst="roundRect">
            <a:avLst>
              <a:gd name="adj" fmla="val 12000"/>
            </a:avLst>
          </a:prstGeom>
          <a:solidFill>
            <a:srgbClr val="F3E5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777240" y="4846320"/>
            <a:ext cx="10634472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500" b="1" i="0">
                <a:solidFill>
                  <a:srgbClr val="323139"/>
                </a:solidFill>
                <a:latin typeface="Segoe UI"/>
              </a:rPr>
              <a:t>Instructors:</a:t>
            </a:r>
            <a:r>
              <a:rPr sz="1500" b="0" i="0">
                <a:solidFill>
                  <a:srgbClr val="323139"/>
                </a:solidFill>
                <a:latin typeface="Segoe UI"/>
              </a:rPr>
              <a:t> start with the readiness checklist and the facilitator guide, then do a full dry run against the answer key. The instructor deck’s speaker notes carry the run sheet.</a:t>
            </a:r>
          </a:p>
        </p:txBody>
      </p:sp>
    </p:spTree>
    <p:extLst>
      <p:ext uri="{BB962C8B-B14F-4D97-AF65-F5344CB8AC3E}">
        <p14:creationId xmlns:p14="http://schemas.microsoft.com/office/powerpoint/2010/main" val="418314712"/>
      </p:ext>
    </p:extLst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>
          <a:extLst>
            <a:ext uri="{FF2B5EF4-FFF2-40B4-BE49-F238E27FC236}">
              <a16:creationId xmlns:a16="http://schemas.microsoft.com/office/drawing/2014/main" id="{1690EC29-5E32-79B5-E29E-1E389EB1B8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1224B80-F0A8-232A-607E-25709F49219E}"/>
              </a:ext>
            </a:extLst>
          </p:cNvPr>
          <p:cNvSpPr txBox="1"/>
          <p:nvPr/>
        </p:nvSpPr>
        <p:spPr>
          <a:xfrm>
            <a:off x="502920" y="347472"/>
            <a:ext cx="11155680" cy="41549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700" b="1" i="0" u="none" strike="noStrike" kern="1200" cap="none" spc="0" normalizeH="0" baseline="0" noProof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Workshop kit — download links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42FDF1E-C1D0-BD11-A7D1-CD7E8CECE583}"/>
              </a:ext>
            </a:extLst>
          </p:cNvPr>
          <p:cNvSpPr txBox="1"/>
          <p:nvPr/>
        </p:nvSpPr>
        <p:spPr>
          <a:xfrm>
            <a:off x="502920" y="932688"/>
            <a:ext cx="11064240" cy="2154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>
                <a:ln>
                  <a:noFill/>
                </a:ln>
                <a:solidFill>
                  <a:srgbClr val="616161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Everything participants and instructors need. Select a link to download it.</a:t>
            </a:r>
          </a:p>
        </p:txBody>
      </p:sp>
      <p:sp>
        <p:nvSpPr>
          <p:cNvPr id="4" name="Rectangle 3">
            <a:extLst>
              <a:ext uri="{C183D7F6-B498-43B3-948B-1728B52AA6E4}">
                <ns0:decorative xmlns:ns0="http://schemas.microsoft.com/office/drawing/2017/decorative" val="1"/>
              </a:ext>
            </a:extLst>
          </p:cNvPr>
          <p:cNvSpPr/>
          <p:nvPr/>
        </p:nvSpPr>
        <p:spPr>
          <a:xfrm>
            <a:off x="502920" y="1463040"/>
            <a:ext cx="5468112" cy="2926080"/>
          </a:xfrm>
          <a:prstGeom prst="rect">
            <a:avLst/>
          </a:prstGeom>
          <a:solidFill>
            <a:srgbClr val="FFFFFF"/>
          </a:solidFill>
          <a:ln w="9525">
            <a:solidFill>
              <a:srgbClr val="D1D1D1"/>
            </a:solidFill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>
            <a:extLst>
              <a:ext uri="{C183D7F6-B498-43B3-948B-1728B52AA6E4}">
                <ns1:decorative xmlns:ns1="http://schemas.microsoft.com/office/drawing/2017/decorative" val="1"/>
              </a:ext>
            </a:extLst>
          </p:cNvPr>
          <p:cNvSpPr/>
          <p:nvPr/>
        </p:nvSpPr>
        <p:spPr>
          <a:xfrm>
            <a:off x="502920" y="1463040"/>
            <a:ext cx="5468112" cy="41148"/>
          </a:xfrm>
          <a:prstGeom prst="rect">
            <a:avLst/>
          </a:prstGeom>
          <a:solidFill>
            <a:srgbClr val="0F6C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649224" y="1645920"/>
            <a:ext cx="517550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0F6CBD"/>
                </a:solidFill>
                <a:latin typeface="Segoe UI"/>
              </a:rPr>
              <a:t>FOR PARTICIPANTS</a:t>
            </a:r>
          </a:p>
        </p:txBody>
      </p:sp>
      <p:sp>
        <p:nvSpPr>
          <p:cNvPr id="7" name="TextBox 6">
            <a:extLst>
              <a:ext uri="{C183D7F6-B498-43B3-948B-1728B52AA6E4}">
                <ns2:decorative xmlns:ns2="http://schemas.microsoft.com/office/drawing/2017/decorative" val="1"/>
              </a:ext>
            </a:extLst>
          </p:cNvPr>
          <p:cNvSpPr txBox="1"/>
          <p:nvPr/>
        </p:nvSpPr>
        <p:spPr>
          <a:xfrm>
            <a:off x="649224" y="2084832"/>
            <a:ext cx="5175504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685800" y="2103120"/>
            <a:ext cx="5120640" cy="2240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100"/>
              </a:spcAft>
            </a:pPr>
            <a:r>
              <a:rPr sz="1600" b="1" u="sng">
                <a:solidFill>
                  <a:srgbClr val="0F6CBD"/>
                </a:solidFill>
                <a:latin typeface="Segoe UI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Participant workbook</a:t>
            </a:r>
            <a:r>
              <a:rPr sz="1400">
                <a:solidFill>
                  <a:srgbClr val="616161"/>
                </a:solidFill>
                <a:latin typeface="Segoe UI"/>
              </a:rPr>
              <a:t>  ·  setup + all 8 exercises</a:t>
            </a:r>
          </a:p>
          <a:p>
            <a:pPr>
              <a:spcAft>
                <a:spcPts val="1100"/>
              </a:spcAft>
            </a:pPr>
            <a:r>
              <a:rPr sz="1600" b="1" u="sng">
                <a:solidFill>
                  <a:srgbClr val="0F6CBD"/>
                </a:solidFill>
                <a:latin typeface="Segoe UI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Sample data (zip)</a:t>
            </a:r>
            <a:r>
              <a:rPr sz="1400">
                <a:solidFill>
                  <a:srgbClr val="616161"/>
                </a:solidFill>
                <a:latin typeface="Segoe UI"/>
              </a:rPr>
              <a:t>  ·  the six Zava files</a:t>
            </a:r>
          </a:p>
          <a:p>
            <a:pPr>
              <a:spcAft>
                <a:spcPts val="1100"/>
              </a:spcAft>
            </a:pPr>
            <a:r>
              <a:rPr sz="1600" b="1" u="sng">
                <a:solidFill>
                  <a:srgbClr val="0F6CBD"/>
                </a:solidFill>
                <a:latin typeface="Segoe UI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Quick-reference card</a:t>
            </a:r>
            <a:r>
              <a:rPr sz="1400">
                <a:solidFill>
                  <a:srgbClr val="616161"/>
                </a:solidFill>
                <a:latin typeface="Segoe UI"/>
              </a:rPr>
              <a:t>  ·  one-page handout</a:t>
            </a:r>
          </a:p>
          <a:p>
            <a:pPr>
              <a:spcAft>
                <a:spcPts val="1100"/>
              </a:spcAft>
            </a:pPr>
            <a:r>
              <a:rPr sz="1600" b="1" u="sng">
                <a:solidFill>
                  <a:srgbClr val="0F6CBD"/>
                </a:solidFill>
                <a:latin typeface="Segoe UI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Prompt library</a:t>
            </a:r>
            <a:r>
              <a:rPr sz="1400">
                <a:solidFill>
                  <a:srgbClr val="616161"/>
                </a:solidFill>
                <a:latin typeface="Segoe UI"/>
              </a:rPr>
              <a:t>  ·  copy-paste HR prompts</a:t>
            </a:r>
          </a:p>
          <a:p>
            <a:pPr>
              <a:spcAft>
                <a:spcPts val="1100"/>
              </a:spcAft>
            </a:pPr>
            <a:r>
              <a:rPr sz="1600" b="1" u="sng">
                <a:solidFill>
                  <a:srgbClr val="0F6CBD"/>
                </a:solidFill>
                <a:latin typeface="Segoe UI"/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Responsible use</a:t>
            </a:r>
            <a:r>
              <a:rPr sz="1400">
                <a:solidFill>
                  <a:srgbClr val="616161"/>
                </a:solidFill>
                <a:latin typeface="Segoe UI"/>
              </a:rPr>
              <a:t>  ·  data-handling rules</a:t>
            </a:r>
          </a:p>
          <a:p>
            <a:pPr>
              <a:spcAft>
                <a:spcPts val="1100"/>
              </a:spcAft>
            </a:pPr>
            <a:r>
              <a:rPr sz="1600" b="1" u="sng">
                <a:solidFill>
                  <a:srgbClr val="0F6CBD"/>
                </a:solidFill>
                <a:latin typeface="Segoe UI"/>
                <a:hlinkClick r:id="rId7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After the workshop</a:t>
            </a:r>
            <a:r>
              <a:rPr sz="1400">
                <a:solidFill>
                  <a:srgbClr val="616161"/>
                </a:solidFill>
                <a:latin typeface="Segoe UI"/>
              </a:rPr>
              <a:t>  ·  30-day adoption plan</a:t>
            </a:r>
          </a:p>
        </p:txBody>
      </p:sp>
      <p:sp>
        <p:nvSpPr>
          <p:cNvPr id="9" name="Rectangle 8">
            <a:extLst>
              <a:ext uri="{C183D7F6-B498-43B3-948B-1728B52AA6E4}">
                <ns3:decorative xmlns:ns3="http://schemas.microsoft.com/office/drawing/2017/decorative" val="1"/>
              </a:ext>
            </a:extLst>
          </p:cNvPr>
          <p:cNvSpPr/>
          <p:nvPr/>
        </p:nvSpPr>
        <p:spPr>
          <a:xfrm>
            <a:off x="6217920" y="1463040"/>
            <a:ext cx="5468112" cy="2926080"/>
          </a:xfrm>
          <a:prstGeom prst="rect">
            <a:avLst/>
          </a:prstGeom>
          <a:solidFill>
            <a:srgbClr val="FFFFFF"/>
          </a:solidFill>
          <a:ln w="9525">
            <a:solidFill>
              <a:srgbClr val="D1D1D1"/>
            </a:solidFill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>
            <a:extLst>
              <a:ext uri="{C183D7F6-B498-43B3-948B-1728B52AA6E4}">
                <ns4:decorative xmlns:ns4="http://schemas.microsoft.com/office/drawing/2017/decorative" val="1"/>
              </a:ext>
            </a:extLst>
          </p:cNvPr>
          <p:cNvSpPr/>
          <p:nvPr/>
        </p:nvSpPr>
        <p:spPr>
          <a:xfrm>
            <a:off x="6217920" y="1463040"/>
            <a:ext cx="5468112" cy="41148"/>
          </a:xfrm>
          <a:prstGeom prst="rect">
            <a:avLst/>
          </a:prstGeom>
          <a:solidFill>
            <a:srgbClr val="806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364224" y="1645920"/>
            <a:ext cx="517550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8064A2"/>
                </a:solidFill>
                <a:latin typeface="Segoe UI"/>
              </a:rPr>
              <a:t>FOR INSTRUCTORS</a:t>
            </a:r>
          </a:p>
        </p:txBody>
      </p:sp>
      <p:sp>
        <p:nvSpPr>
          <p:cNvPr id="12" name="TextBox 11">
            <a:extLst>
              <a:ext uri="{C183D7F6-B498-43B3-948B-1728B52AA6E4}">
                <ns5:decorative xmlns:ns5="http://schemas.microsoft.com/office/drawing/2017/decorative" val="1"/>
              </a:ext>
            </a:extLst>
          </p:cNvPr>
          <p:cNvSpPr txBox="1"/>
          <p:nvPr/>
        </p:nvSpPr>
        <p:spPr>
          <a:xfrm>
            <a:off x="6364224" y="2084832"/>
            <a:ext cx="5175504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400800" y="2103120"/>
            <a:ext cx="5120640" cy="2240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100"/>
              </a:spcAft>
            </a:pPr>
            <a:r>
              <a:rPr sz="1600" b="1" u="sng">
                <a:solidFill>
                  <a:srgbClr val="8064A2"/>
                </a:solidFill>
                <a:latin typeface="Segoe UI"/>
                <a:hlinkClick r:id="rId8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Instructor deck</a:t>
            </a:r>
            <a:r>
              <a:rPr sz="1400">
                <a:solidFill>
                  <a:srgbClr val="616161"/>
                </a:solidFill>
                <a:latin typeface="Segoe UI"/>
              </a:rPr>
              <a:t>  ·  slides + speaker notes</a:t>
            </a:r>
          </a:p>
          <a:p>
            <a:pPr>
              <a:spcAft>
                <a:spcPts val="1100"/>
              </a:spcAft>
            </a:pPr>
            <a:r>
              <a:rPr sz="1600" b="1" u="sng">
                <a:solidFill>
                  <a:srgbClr val="8064A2"/>
                </a:solidFill>
                <a:latin typeface="Segoe UI"/>
                <a:hlinkClick r:id="rId9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Facilitator guide</a:t>
            </a:r>
            <a:r>
              <a:rPr sz="1400">
                <a:solidFill>
                  <a:srgbClr val="616161"/>
                </a:solidFill>
                <a:latin typeface="Segoe UI"/>
              </a:rPr>
              <a:t>  ·  run sheet + triage</a:t>
            </a:r>
          </a:p>
          <a:p>
            <a:pPr>
              <a:spcAft>
                <a:spcPts val="1100"/>
              </a:spcAft>
            </a:pPr>
            <a:r>
              <a:rPr sz="1600" b="1" u="sng">
                <a:solidFill>
                  <a:srgbClr val="8064A2"/>
                </a:solidFill>
                <a:latin typeface="Segoe UI"/>
                <a:hlinkClick r:id="rId1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Answer key</a:t>
            </a:r>
            <a:r>
              <a:rPr sz="1400">
                <a:solidFill>
                  <a:srgbClr val="616161"/>
                </a:solidFill>
                <a:latin typeface="Segoe UI"/>
              </a:rPr>
              <a:t>  ·  expected results</a:t>
            </a:r>
          </a:p>
          <a:p>
            <a:pPr>
              <a:spcAft>
                <a:spcPts val="1100"/>
              </a:spcAft>
            </a:pPr>
            <a:r>
              <a:rPr sz="1600" b="1" u="sng">
                <a:solidFill>
                  <a:srgbClr val="8064A2"/>
                </a:solidFill>
                <a:latin typeface="Segoe UI"/>
                <a:hlinkClick r:id="rId11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Readiness checklist</a:t>
            </a:r>
            <a:r>
              <a:rPr sz="1400">
                <a:solidFill>
                  <a:srgbClr val="616161"/>
                </a:solidFill>
                <a:latin typeface="Segoe UI"/>
              </a:rPr>
              <a:t>  ·  prep timeline + Plan B</a:t>
            </a:r>
          </a:p>
          <a:p>
            <a:pPr>
              <a:spcAft>
                <a:spcPts val="1100"/>
              </a:spcAft>
            </a:pPr>
            <a:r>
              <a:rPr sz="1600" b="1" u="sng">
                <a:solidFill>
                  <a:srgbClr val="8064A2"/>
                </a:solidFill>
                <a:latin typeface="Segoe UI"/>
                <a:hlinkClick r:id="rId1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Demo seed content</a:t>
            </a:r>
            <a:r>
              <a:rPr sz="1400">
                <a:solidFill>
                  <a:srgbClr val="616161"/>
                </a:solidFill>
                <a:latin typeface="Segoe UI"/>
              </a:rPr>
              <a:t>  ·  your Ex 1 demo data + how to load it</a:t>
            </a:r>
          </a:p>
          <a:p>
            <a:pPr>
              <a:spcAft>
                <a:spcPts val="1100"/>
              </a:spcAft>
            </a:pPr>
            <a:r>
              <a:rPr sz="1600" b="1" u="sng">
                <a:solidFill>
                  <a:srgbClr val="8064A2"/>
                </a:solidFill>
                <a:latin typeface="Segoe UI"/>
                <a:hlinkClick r:id="rId1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Communication kit</a:t>
            </a:r>
            <a:r>
              <a:rPr sz="1400">
                <a:solidFill>
                  <a:srgbClr val="616161"/>
                </a:solidFill>
                <a:latin typeface="Segoe UI"/>
              </a:rPr>
              <a:t>  ·  overview deck + emails</a:t>
            </a:r>
          </a:p>
        </p:txBody>
      </p:sp>
      <p:sp>
        <p:nvSpPr>
          <p:cNvPr id="14" name="Rounded Rectangle 13">
            <a:extLst>
              <a:ext uri="{C183D7F6-B498-43B3-948B-1728B52AA6E4}">
                <ns6:decorative xmlns:ns6="http://schemas.microsoft.com/office/drawing/2017/decorative" val="1"/>
              </a:ext>
            </a:extLst>
          </p:cNvPr>
          <p:cNvSpPr/>
          <p:nvPr/>
        </p:nvSpPr>
        <p:spPr>
          <a:xfrm>
            <a:off x="502920" y="4572000"/>
            <a:ext cx="11183112" cy="1691640"/>
          </a:xfrm>
          <a:prstGeom prst="roundRect">
            <a:avLst>
              <a:gd name="adj" fmla="val 10000"/>
            </a:avLst>
          </a:prstGeom>
          <a:solidFill>
            <a:srgbClr val="3414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5" name="Picture DownloadHint" descr="Tip: on a GitHub file page, select the Download icon (Download raw file) at the top right of the file.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473952" y="4663440"/>
            <a:ext cx="5082139" cy="150876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77240" y="4572000"/>
            <a:ext cx="5440680" cy="1691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>
                <a:solidFill>
                  <a:srgbClr val="FFFFFF"/>
                </a:solidFill>
                <a:latin typeface="Segoe UI"/>
              </a:rPr>
              <a:t>Everything else: </a:t>
            </a:r>
            <a:r>
              <a:rPr sz="1500" b="0">
                <a:solidFill>
                  <a:srgbClr val="FFFFFF"/>
                </a:solidFill>
                <a:latin typeface="Segoe UI"/>
              </a:rPr>
              <a:t>browse the kit on </a:t>
            </a:r>
            <a:r>
              <a:rPr sz="1500" b="1" u="sng">
                <a:solidFill>
                  <a:srgbClr val="FFFFFF"/>
                </a:solidFill>
                <a:latin typeface="Segoe UI"/>
                <a:hlinkClick r:id="rId1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</a:t>
            </a:r>
            <a:r>
              <a:rPr sz="1500" b="0">
                <a:solidFill>
                  <a:srgbClr val="FFFFFF"/>
                </a:solidFill>
                <a:latin typeface="Segoe UI"/>
              </a:rPr>
              <a:t>. Link opens on GitHub? Select the </a:t>
            </a:r>
            <a:r>
              <a:rPr sz="1500" b="1">
                <a:solidFill>
                  <a:srgbClr val="FFFFFF"/>
                </a:solidFill>
                <a:latin typeface="Segoe UI"/>
              </a:rPr>
              <a:t>Download</a:t>
            </a:r>
            <a:r>
              <a:rPr sz="1500" b="0">
                <a:solidFill>
                  <a:srgbClr val="FFFFFF"/>
                </a:solidFill>
                <a:latin typeface="Segoe UI"/>
              </a:rPr>
              <a:t> icon at the top right of the file. No access? Use the shared Teams/SharePoint folder.</a:t>
            </a:r>
          </a:p>
        </p:txBody>
      </p:sp>
    </p:spTree>
    <p:extLst>
      <p:ext uri="{BB962C8B-B14F-4D97-AF65-F5344CB8AC3E}">
        <p14:creationId xmlns:p14="http://schemas.microsoft.com/office/powerpoint/2010/main" val="418314712"/>
      </p:ext>
    </p:extLst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>
          <a:extLst>
            <a:ext uri="{FF2B5EF4-FFF2-40B4-BE49-F238E27FC236}">
              <a16:creationId xmlns:a16="http://schemas.microsoft.com/office/drawing/2014/main" id="{6CA73066-62EB-02EC-D037-EC294C24A9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>
            <a:extLst>
              <a:ext uri="{FF2B5EF4-FFF2-40B4-BE49-F238E27FC236}">
                <a16:creationId xmlns:a16="http://schemas.microsoft.com/office/drawing/2014/main" id="{5A38DABC-8A4C-0F68-E7D3-3975110991B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84200" y="2918224"/>
            <a:ext cx="9144000" cy="615553"/>
          </a:xfrm>
          <a:noFill/>
          <a:ln>
            <a:noFill/>
            <a:prstDash/>
          </a:ln>
          <a:effectLst/>
        </p:spPr>
        <p:txBody>
          <a:bodyPr rot="0" spcFirstLastPara="0" vertOverflow="overflow" horzOverflow="overflow" vert="horz" wrap="square" lIns="0" tIns="0" rIns="0" bIns="0" numCol="1" spcCol="0" rtlCol="0" fromWordArt="0" anchor="b" anchorCtr="0" forceAA="0" compatLnSpc="1">
            <a:prstTxWarp prst="textNoShape">
              <a:avLst/>
            </a:prstTxWarp>
            <a:spAutoFit/>
          </a:bodyPr>
          <a:lstStyle>
            <a:lvl1pPr algn="l" defTabSz="932742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lang="en-US" sz="4000" b="0" kern="1200" cap="none" spc="-50" baseline="0">
                <a:ln w="3175">
                  <a:noFill/>
                </a:ln>
                <a:solidFill>
                  <a:schemeClr val="tx1"/>
                </a:solidFill>
                <a:effectLst/>
                <a:latin typeface="+mj-lt"/>
                <a:ea typeface="+mn-ea"/>
                <a:cs typeface="Segoe Sans Display" pitchFamily="2" charset="0"/>
              </a:defRPr>
            </a:lvl1pPr>
          </a:lstStyle>
          <a:p>
            <a:pPr lvl="0"/>
            <a:r>
              <a:rPr lang="en-US" noProof="0"/>
              <a:t>Ready to join?</a:t>
            </a:r>
            <a:endParaRPr lang="en-US" noProof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6591BFA-242A-4A0F-746F-DC462B53012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IN"/>
              <a:t>Ask your workshop host for the next session date.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E45F3F4-9BE0-AC31-C0BF-36DF98724E37}"/>
              </a:ext>
            </a:extLst>
          </p:cNvPr>
          <p:cNvSpPr txBox="1"/>
          <p:nvPr/>
        </p:nvSpPr>
        <p:spPr>
          <a:xfrm>
            <a:off x="584200" y="6293077"/>
            <a:ext cx="6811924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323139"/>
                </a:solidFill>
                <a:effectLst/>
                <a:uLnTx/>
                <a:uFillTx/>
                <a:latin typeface="Segoe Sans Display Semilight"/>
                <a:ea typeface="+mn-ea"/>
                <a:cs typeface="+mn-cs"/>
              </a:rPr>
              <a:t>©2026</a:t>
            </a:r>
            <a:r>
              <a:rPr kumimoji="0" lang="en-US" sz="800" b="0" i="0" u="none" strike="noStrike" kern="1200" cap="none" spc="40" normalizeH="0" baseline="0" noProof="0">
                <a:ln>
                  <a:noFill/>
                </a:ln>
                <a:solidFill>
                  <a:srgbClr val="323139"/>
                </a:solidFill>
                <a:effectLst/>
                <a:uLnTx/>
                <a:uFillTx/>
                <a:latin typeface="Segoe Sans Display Semilight"/>
                <a:ea typeface="+mn-ea"/>
                <a:cs typeface="+mn-cs"/>
              </a:rPr>
              <a:t> </a:t>
            </a:r>
            <a: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323139"/>
                </a:solidFill>
                <a:effectLst/>
                <a:uLnTx/>
                <a:uFillTx/>
                <a:latin typeface="Segoe Sans Display Semilight"/>
                <a:ea typeface="+mn-ea"/>
                <a:cs typeface="+mn-cs"/>
              </a:rPr>
              <a:t>Microsoft</a:t>
            </a:r>
            <a:r>
              <a:rPr kumimoji="0" lang="en-US" sz="800" b="0" i="0" u="none" strike="noStrike" kern="1200" cap="none" spc="40" normalizeH="0" baseline="0" noProof="0">
                <a:ln>
                  <a:noFill/>
                </a:ln>
                <a:solidFill>
                  <a:srgbClr val="323139"/>
                </a:solidFill>
                <a:effectLst/>
                <a:uLnTx/>
                <a:uFillTx/>
                <a:latin typeface="Segoe Sans Display Semilight"/>
                <a:ea typeface="+mn-ea"/>
                <a:cs typeface="+mn-cs"/>
              </a:rPr>
              <a:t> </a:t>
            </a:r>
            <a: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323139"/>
                </a:solidFill>
                <a:effectLst/>
                <a:uLnTx/>
                <a:uFillTx/>
                <a:latin typeface="Segoe Sans Display Semilight"/>
                <a:ea typeface="+mn-ea"/>
                <a:cs typeface="+mn-cs"/>
              </a:rPr>
              <a:t>Corporation.</a:t>
            </a:r>
            <a:r>
              <a:rPr kumimoji="0" lang="en-US" sz="800" b="0" i="0" u="none" strike="noStrike" kern="1200" cap="none" spc="40" normalizeH="0" baseline="0" noProof="0">
                <a:ln>
                  <a:noFill/>
                </a:ln>
                <a:solidFill>
                  <a:srgbClr val="323139"/>
                </a:solidFill>
                <a:effectLst/>
                <a:uLnTx/>
                <a:uFillTx/>
                <a:latin typeface="Segoe Sans Display Semilight"/>
                <a:ea typeface="+mn-ea"/>
                <a:cs typeface="+mn-cs"/>
              </a:rPr>
              <a:t> </a:t>
            </a:r>
            <a: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323139"/>
                </a:solidFill>
                <a:effectLst/>
                <a:uLnTx/>
                <a:uFillTx/>
                <a:latin typeface="Segoe Sans Display Semilight"/>
                <a:ea typeface="+mn-ea"/>
                <a:cs typeface="+mn-cs"/>
              </a:rPr>
              <a:t>All</a:t>
            </a:r>
            <a:r>
              <a:rPr kumimoji="0" lang="en-US" sz="800" b="0" i="0" u="none" strike="noStrike" kern="1200" cap="none" spc="35" normalizeH="0" baseline="0" noProof="0">
                <a:ln>
                  <a:noFill/>
                </a:ln>
                <a:solidFill>
                  <a:srgbClr val="323139"/>
                </a:solidFill>
                <a:effectLst/>
                <a:uLnTx/>
                <a:uFillTx/>
                <a:latin typeface="Segoe Sans Display Semilight"/>
                <a:ea typeface="+mn-ea"/>
                <a:cs typeface="+mn-cs"/>
              </a:rPr>
              <a:t> </a:t>
            </a:r>
            <a: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323139"/>
                </a:solidFill>
                <a:effectLst/>
                <a:uLnTx/>
                <a:uFillTx/>
                <a:latin typeface="Segoe Sans Display Semilight"/>
                <a:ea typeface="+mn-ea"/>
                <a:cs typeface="+mn-cs"/>
              </a:rPr>
              <a:t>rights</a:t>
            </a:r>
            <a:r>
              <a:rPr kumimoji="0" lang="en-US" sz="800" b="0" i="0" u="none" strike="noStrike" kern="1200" cap="none" spc="40" normalizeH="0" baseline="0" noProof="0">
                <a:ln>
                  <a:noFill/>
                </a:ln>
                <a:solidFill>
                  <a:srgbClr val="323139"/>
                </a:solidFill>
                <a:effectLst/>
                <a:uLnTx/>
                <a:uFillTx/>
                <a:latin typeface="Segoe Sans Display Semilight"/>
                <a:ea typeface="+mn-ea"/>
                <a:cs typeface="+mn-cs"/>
              </a:rPr>
              <a:t> </a:t>
            </a:r>
            <a: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323139"/>
                </a:solidFill>
                <a:effectLst/>
                <a:uLnTx/>
                <a:uFillTx/>
                <a:latin typeface="Segoe Sans Display Semilight"/>
                <a:ea typeface="+mn-ea"/>
                <a:cs typeface="+mn-cs"/>
              </a:rPr>
              <a:t>reserved</a:t>
            </a:r>
            <a: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Sans Display Semilight"/>
                <a:ea typeface="+mn-ea"/>
                <a:cs typeface="+mn-cs"/>
              </a:rPr>
              <a:t>.</a:t>
            </a:r>
            <a:r>
              <a:rPr kumimoji="0" lang="en-US" sz="800" b="0" i="0" u="none" strike="noStrike" kern="1200" cap="none" spc="4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Sans Display Semilight"/>
                <a:ea typeface="+mn-ea"/>
                <a:cs typeface="+mn-cs"/>
              </a:rPr>
              <a:t> </a:t>
            </a: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323139"/>
              </a:solidFill>
              <a:effectLst/>
              <a:uLnTx/>
              <a:uFillTx/>
              <a:latin typeface="Segoe Sans Display Semilight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541237129"/>
      </p:ext>
    </p:extLst>
  </p:cSld>
  <p:clrMapOvr>
    <a:masterClrMapping/>
  </p:clrMapOvr>
</p:sld>
</file>

<file path=ppt/theme/theme1.xml><?xml version="1.0" encoding="utf-8"?>
<a:theme xmlns:a="http://schemas.openxmlformats.org/drawingml/2006/main" name="1_Microsoft 365 Copilot Template">
  <a:themeElements>
    <a:clrScheme name="MSFT Copilot 2026">
      <a:dk1>
        <a:srgbClr val="323139"/>
      </a:dk1>
      <a:lt1>
        <a:srgbClr val="FFFFFF"/>
      </a:lt1>
      <a:dk2>
        <a:srgbClr val="000000"/>
      </a:dk2>
      <a:lt2>
        <a:srgbClr val="EEF1F4"/>
      </a:lt2>
      <a:accent1>
        <a:srgbClr val="0097F4"/>
      </a:accent1>
      <a:accent2>
        <a:srgbClr val="CB85FF"/>
      </a:accent2>
      <a:accent3>
        <a:srgbClr val="FFA200"/>
      </a:accent3>
      <a:accent4>
        <a:srgbClr val="9BC72A"/>
      </a:accent4>
      <a:accent5>
        <a:srgbClr val="FF32A3"/>
      </a:accent5>
      <a:accent6>
        <a:srgbClr val="FFCE20"/>
      </a:accent6>
      <a:hlink>
        <a:srgbClr val="0097F4"/>
      </a:hlink>
      <a:folHlink>
        <a:srgbClr val="CB85FF"/>
      </a:folHlink>
    </a:clrScheme>
    <a:fontScheme name="Custom 5">
      <a:majorFont>
        <a:latin typeface="Segoe Sans Display"/>
        <a:ea typeface=""/>
        <a:cs typeface=""/>
      </a:majorFont>
      <a:minorFont>
        <a:latin typeface="Segoe Sans Display Semilight"/>
        <a:ea typeface=""/>
        <a:cs typeface=""/>
      </a:minorFont>
    </a:fontScheme>
    <a:fmtScheme name="Couture">
      <a:fillStyleLst>
        <a:solidFill>
          <a:schemeClr val="phClr"/>
        </a:solidFill>
        <a:solidFill>
          <a:schemeClr val="phClr">
            <a:tint val="65000"/>
          </a:schemeClr>
        </a:solidFill>
        <a:solidFill>
          <a:schemeClr val="phClr">
            <a:shade val="80000"/>
            <a:satMod val="180000"/>
          </a:schemeClr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10795" cap="flat" cmpd="sng" algn="ctr">
          <a:solidFill>
            <a:schemeClr val="phClr"/>
          </a:solidFill>
          <a:prstDash val="solid"/>
        </a:ln>
        <a:ln w="17145" cap="flat" cmpd="sng" algn="ctr">
          <a:solidFill>
            <a:schemeClr val="phClr">
              <a:shade val="95000"/>
              <a:alpha val="50000"/>
              <a:satMod val="150000"/>
            </a:schemeClr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4450" dist="1397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twoPt" dir="tl"/>
          </a:scene3d>
          <a:sp3d prstMaterial="flat">
            <a:bevelT w="19050" h="31750" prst="coolSlant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solidFill>
          <a:schemeClr val="accent1"/>
        </a:solidFill>
        <a:ln>
          <a:noFill/>
          <a:headEnd type="none" w="med" len="med"/>
          <a:tailEnd type="none" w="med" len="med"/>
        </a:ln>
        <a:effectLst/>
      </a:spPr>
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<a:prstTxWarp prst="textNoShape">
          <a:avLst/>
        </a:prstTxWarp>
        <a:noAutofit/>
      </a:bodyPr>
      <a:lstStyle>
        <a:defPPr algn="l" defTabSz="932472" fontAlgn="base">
          <a:spcBef>
            <a:spcPct val="0"/>
          </a:spcBef>
          <a:spcAft>
            <a:spcPct val="0"/>
          </a:spcAft>
          <a:defRPr sz="2000" dirty="0">
            <a:solidFill>
              <a:schemeClr val="bg1"/>
            </a:solidFill>
            <a:ea typeface="Segoe UI" pitchFamily="34" charset="0"/>
            <a:cs typeface="Segoe UI" pitchFamily="34" charset="0"/>
          </a:defRPr>
        </a:defPPr>
      </a:lstStyle>
      <a:style>
        <a:lnRef idx="1">
          <a:schemeClr val="accent2"/>
        </a:lnRef>
        <a:fillRef idx="3">
          <a:schemeClr val="accent2"/>
        </a:fillRef>
        <a:effectRef idx="2">
          <a:schemeClr val="accent2"/>
        </a:effectRef>
        <a:fontRef idx="minor">
          <a:schemeClr val="lt1"/>
        </a:fontRef>
      </a:style>
    </a:spDef>
    <a:lnDef>
      <a:spPr>
        <a:ln>
          <a:solidFill>
            <a:schemeClr val="tx1"/>
          </a:solidFill>
          <a:headEnd type="none" w="lg" len="med"/>
          <a:tailEnd type="none" w="lg" len="med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spAutoFit/>
      </a:bodyPr>
      <a:lstStyle>
        <a:defPPr algn="l">
          <a:defRPr sz="2000" dirty="0" err="1" smtClean="0"/>
        </a:defPPr>
      </a:lstStyle>
    </a:txDef>
  </a:objectDefaults>
  <a:extraClrSchemeLst/>
  <a:custClrLst>
    <a:custClr name="Light Brown">
      <a:srgbClr val="E1D3C7"/>
    </a:custClr>
    <a:custClr name="Light Yellow">
      <a:srgbClr val="FFE399"/>
    </a:custClr>
    <a:custClr name="Light Orange">
      <a:srgbClr val="FFA38B"/>
    </a:custClr>
    <a:custClr name="Light Red">
      <a:srgbClr val="FFB3BB"/>
    </a:custClr>
    <a:custClr name="Light Magenta">
      <a:srgbClr val="D59ED7"/>
    </a:custClr>
    <a:custClr name="Light Purple">
      <a:srgbClr val="C5B4E3"/>
    </a:custClr>
    <a:custClr name="Light Blue">
      <a:srgbClr val="8DC8E8"/>
    </a:custClr>
    <a:custClr name="Light Teal">
      <a:srgbClr val="B9DCD2"/>
    </a:custClr>
    <a:custClr name="Light Green">
      <a:srgbClr val="D4EC8E"/>
    </a:custClr>
    <a:custClr name="Blue Black">
      <a:srgbClr val="091F2C"/>
    </a:custClr>
    <a:custClr name="Brown">
      <a:srgbClr val="BF9474"/>
    </a:custClr>
    <a:custClr name="Yellow">
      <a:srgbClr val="FFB900"/>
    </a:custClr>
    <a:custClr name="Orange">
      <a:srgbClr val="FF5C39"/>
    </a:custClr>
    <a:custClr name="Red">
      <a:srgbClr val="F4364C"/>
    </a:custClr>
    <a:custClr name="Magenta">
      <a:srgbClr val="C03BC4"/>
    </a:custClr>
    <a:custClr name="Purple">
      <a:srgbClr val="8661C5"/>
    </a:custClr>
    <a:custClr name="Blue">
      <a:srgbClr val="0078D4"/>
    </a:custClr>
    <a:custClr name="Teal">
      <a:srgbClr val="49C5B1"/>
    </a:custClr>
    <a:custClr name="Green">
      <a:srgbClr val="8DE971"/>
    </a:custClr>
    <a:custClr name="Rich Black">
      <a:srgbClr val="000000"/>
    </a:custClr>
    <a:custClr name="Dark Brown">
      <a:srgbClr val="5C4738"/>
    </a:custClr>
    <a:custClr name="Dark Yellow">
      <a:srgbClr val="7F5A1A"/>
    </a:custClr>
    <a:custClr name="Dark Orange">
      <a:srgbClr val="73391D"/>
    </a:custClr>
    <a:custClr name="Dark Red">
      <a:srgbClr val="73262F"/>
    </a:custClr>
    <a:custClr name="Dark Magenta">
      <a:srgbClr val="702573"/>
    </a:custClr>
    <a:custClr name="Dark Purple">
      <a:srgbClr val="463668"/>
    </a:custClr>
    <a:custClr name="Dark Blue">
      <a:srgbClr val="2A446F"/>
    </a:custClr>
    <a:custClr name="Dark Teal">
      <a:srgbClr val="225B62"/>
    </a:custClr>
    <a:custClr name="Dark Green">
      <a:srgbClr val="07641D"/>
    </a:custClr>
    <a:custClr name="Brown Black">
      <a:srgbClr val="291817"/>
    </a:custClr>
    <a:custClr name="Pure White">
      <a:srgbClr val="FFFFFF"/>
    </a:custClr>
    <a:custClr name="Off White">
      <a:srgbClr val="F4F3F5"/>
    </a:custClr>
    <a:custClr name="Warm White">
      <a:srgbClr val="FFF8F3"/>
    </a:custClr>
    <a:custClr name="Warm Light Gray">
      <a:srgbClr val="E8E6DF"/>
    </a:custClr>
    <a:custClr name="Mid Gray">
      <a:srgbClr val="D7D2CB"/>
    </a:custClr>
    <a:custClr name="Warm Gray">
      <a:srgbClr val="8C8279"/>
    </a:custClr>
    <a:custClr name="Light Gray">
      <a:srgbClr val="D9D9D6"/>
    </a:custClr>
    <a:custClr name="Cool Gray">
      <a:srgbClr val="B1B3B3"/>
    </a:custClr>
    <a:custClr name="Dark Gray">
      <a:srgbClr val="454142"/>
    </a:custClr>
    <a:custClr name="Pure White">
      <a:srgbClr val="FFFFFF"/>
    </a:custClr>
    <a:custClr name="Blank">
      <a:srgbClr val="F0F0F0"/>
    </a:custClr>
    <a:custClr name="Blank">
      <a:srgbClr val="F0F0F0"/>
    </a:custClr>
    <a:custClr name="Blank">
      <a:srgbClr val="F0F0F0"/>
    </a:custClr>
    <a:custClr name="Blank">
      <a:srgbClr val="F0F0F0"/>
    </a:custClr>
    <a:custClr name="Blank">
      <a:srgbClr val="F0F0F0"/>
    </a:custClr>
    <a:custClr name="Blank">
      <a:srgbClr val="F0F0F0"/>
    </a:custClr>
    <a:custClr name="Blank">
      <a:srgbClr val="F0F0F0"/>
    </a:custClr>
    <a:custClr name="Blank">
      <a:srgbClr val="F0F0F0"/>
    </a:custClr>
  </a:custClrLst>
  <a:extLst>
    <a:ext uri="{05A4C25C-085E-4340-85A3-A5531E510DB2}">
      <thm15:themeFamily xmlns:thm15="http://schemas.microsoft.com/office/thememl/2012/main" name="Microsoft365-Copilot-PowerPoint-template-2605" id="{E02A0F4E-1562-C14F-AE4C-1C40487469A5}" vid="{E5BCED4C-CF40-0F44-997B-4F080B9A7D8E}"/>
    </a:ext>
  </a:extLst>
</a:theme>
</file>

<file path=ppt/theme/theme2.xml><?xml version="1.0" encoding="utf-8"?>
<a:theme xmlns:a="http://schemas.openxmlformats.org/drawingml/2006/main" name="Microsoft 365 PPT Template - 2018">
  <a:themeElements>
    <a:clrScheme name="Teams">
      <a:dk1>
        <a:srgbClr val="252423"/>
      </a:dk1>
      <a:lt1>
        <a:sysClr val="window" lastClr="FFFFFF"/>
      </a:lt1>
      <a:dk2>
        <a:srgbClr val="6264A7"/>
      </a:dk2>
      <a:lt2>
        <a:srgbClr val="F3F2F1"/>
      </a:lt2>
      <a:accent1>
        <a:srgbClr val="C50E2E"/>
      </a:accent1>
      <a:accent2>
        <a:srgbClr val="9FA4FE"/>
      </a:accent2>
      <a:accent3>
        <a:srgbClr val="ED1B3E"/>
      </a:accent3>
      <a:accent4>
        <a:srgbClr val="605E5C"/>
      </a:accent4>
      <a:accent5>
        <a:srgbClr val="BEBBB8"/>
      </a:accent5>
      <a:accent6>
        <a:srgbClr val="E1DFDD"/>
      </a:accent6>
      <a:hlink>
        <a:srgbClr val="6264A7"/>
      </a:hlink>
      <a:folHlink>
        <a:srgbClr val="C8C6C4"/>
      </a:folHlink>
    </a:clrScheme>
    <a:fontScheme name="Custom 25">
      <a:majorFont>
        <a:latin typeface="Segoe UI Semibold"/>
        <a:ea typeface=""/>
        <a:cs typeface=""/>
      </a:majorFont>
      <a:minorFont>
        <a:latin typeface="Segoe UI"/>
        <a:ea typeface=""/>
        <a:cs typeface=""/>
      </a:minorFont>
    </a:fontScheme>
    <a:fmtScheme name="Couture">
      <a:fillStyleLst>
        <a:solidFill>
          <a:schemeClr val="phClr"/>
        </a:solidFill>
        <a:solidFill>
          <a:schemeClr val="phClr">
            <a:tint val="65000"/>
          </a:schemeClr>
        </a:solidFill>
        <a:solidFill>
          <a:schemeClr val="phClr">
            <a:shade val="80000"/>
            <a:satMod val="180000"/>
          </a:schemeClr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10795" cap="flat" cmpd="sng" algn="ctr">
          <a:solidFill>
            <a:schemeClr val="phClr"/>
          </a:solidFill>
          <a:prstDash val="solid"/>
        </a:ln>
        <a:ln w="17145" cap="flat" cmpd="sng" algn="ctr">
          <a:solidFill>
            <a:schemeClr val="phClr">
              <a:shade val="95000"/>
              <a:alpha val="50000"/>
              <a:satMod val="150000"/>
            </a:schemeClr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4450" dist="1397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twoPt" dir="tl"/>
          </a:scene3d>
          <a:sp3d prstMaterial="flat">
            <a:bevelT w="19050" h="31750" prst="coolSlant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solidFill>
          <a:schemeClr val="accent1"/>
        </a:solidFill>
        <a:ln>
          <a:noFill/>
          <a:headEnd type="none" w="med" len="med"/>
          <a:tailEnd type="none" w="med" len="med"/>
        </a:ln>
        <a:effectLst/>
      </a:spPr>
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<a:prstTxWarp prst="textNoShape">
          <a:avLst/>
        </a:prstTxWarp>
        <a:noAutofit/>
      </a:bodyPr>
      <a:lstStyle>
        <a:defPPr defTabSz="932472" fontAlgn="base">
          <a:lnSpc>
            <a:spcPct val="90000"/>
          </a:lnSpc>
          <a:spcBef>
            <a:spcPct val="0"/>
          </a:spcBef>
          <a:spcAft>
            <a:spcPct val="0"/>
          </a:spcAft>
          <a:defRPr sz="2400" dirty="0" err="1">
            <a:gradFill>
              <a:gsLst>
                <a:gs pos="0">
                  <a:srgbClr val="FFFFFF"/>
                </a:gs>
                <a:gs pos="100000">
                  <a:srgbClr val="FFFFFF"/>
                </a:gs>
              </a:gsLst>
              <a:lin ang="5400000" scaled="0"/>
            </a:gradFill>
            <a:ea typeface="Segoe UI" pitchFamily="34" charset="0"/>
            <a:cs typeface="Segoe UI" pitchFamily="34" charset="0"/>
          </a:defRPr>
        </a:defPPr>
      </a:lstStyle>
      <a:style>
        <a:lnRef idx="1">
          <a:schemeClr val="accent2"/>
        </a:lnRef>
        <a:fillRef idx="3">
          <a:schemeClr val="accent2"/>
        </a:fillRef>
        <a:effectRef idx="2">
          <a:schemeClr val="accent2"/>
        </a:effectRef>
        <a:fontRef idx="minor">
          <a:schemeClr val="lt1"/>
        </a:fontRef>
      </a:style>
    </a:spDef>
    <a:lnDef>
      <a:spPr>
        <a:ln>
          <a:solidFill>
            <a:schemeClr val="tx1"/>
          </a:solidFill>
          <a:headEnd type="none"/>
          <a:tailEnd type="none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182880" tIns="146304" rIns="182880" bIns="146304" rtlCol="0">
        <a:spAutoFit/>
      </a:bodyPr>
      <a:lstStyle>
        <a:defPPr>
          <a:lnSpc>
            <a:spcPct val="90000"/>
          </a:lnSpc>
          <a:spcAft>
            <a:spcPts val="600"/>
          </a:spcAft>
          <a:defRPr sz="2400" dirty="0" err="1">
            <a:gradFill>
              <a:gsLst>
                <a:gs pos="2917">
                  <a:schemeClr val="tx1"/>
                </a:gs>
                <a:gs pos="30000">
                  <a:schemeClr val="tx1"/>
                </a:gs>
              </a:gsLst>
              <a:lin ang="5400000" scaled="0"/>
            </a:gradFill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Microsoft 365 PPT Template 2018_2" id="{01A7FB2A-7862-441E-89D5-C3EE05893CAC}" vid="{DEC62A46-47F5-4825-899D-4E8B117FF749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4.xml><?xml version="1.0" encoding="utf-8"?>
<a:theme xmlns:a="http://schemas.openxmlformats.org/drawingml/2006/main" name="2_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5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198E4635F6FDE443B4932A463991D546" ma:contentTypeVersion="17" ma:contentTypeDescription="Create a new document." ma:contentTypeScope="" ma:versionID="ef844624fa06aabf90fef7c3ded28024">
  <xsd:schema xmlns:xsd="http://www.w3.org/2001/XMLSchema" xmlns:xs="http://www.w3.org/2001/XMLSchema" xmlns:p="http://schemas.microsoft.com/office/2006/metadata/properties" xmlns:ns1="http://schemas.microsoft.com/sharepoint/v3" xmlns:ns2="9f999e54-2bb7-4d3e-98ea-4d068e0776c8" xmlns:ns3="81b978aa-f708-4b9a-bb08-4a0c5682ef61" targetNamespace="http://schemas.microsoft.com/office/2006/metadata/properties" ma:root="true" ma:fieldsID="9cd3b0adde458e7029fd082f3b426eb3" ns1:_="" ns2:_="" ns3:_="">
    <xsd:import namespace="http://schemas.microsoft.com/sharepoint/v3"/>
    <xsd:import namespace="9f999e54-2bb7-4d3e-98ea-4d068e0776c8"/>
    <xsd:import namespace="81b978aa-f708-4b9a-bb08-4a0c5682ef61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ObjectDetectorVersions" minOccurs="0"/>
                <xsd:element ref="ns1:_ip_UnifiedCompliancePolicyProperties" minOccurs="0"/>
                <xsd:element ref="ns1:_ip_UnifiedCompliancePolicyUIAction" minOccurs="0"/>
                <xsd:element ref="ns2:lcf76f155ced4ddcb4097134ff3c332f" minOccurs="0"/>
                <xsd:element ref="ns3:TaxCatchAll" minOccurs="0"/>
                <xsd:element ref="ns2:MediaServiceDateTaken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LengthInSeconds" minOccurs="0"/>
                <xsd:element ref="ns2:MediaServiceBillingMetadata" minOccurs="0"/>
                <xsd:element ref="ns2:HasDigitalSignature" minOccurs="0"/>
                <xsd:element ref="ns2:DigitalSignatureProvider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12" nillable="true" ma:displayName="Unified Compliance Policy Properties" ma:hidden="true" ma:internalName="_ip_UnifiedCompliancePolicyProperties">
      <xsd:simpleType>
        <xsd:restriction base="dms:Note"/>
      </xsd:simpleType>
    </xsd:element>
    <xsd:element name="_ip_UnifiedCompliancePolicyUIAction" ma:index="13" nillable="true" ma:displayName="Unified Compliance Policy UI Action" ma:hidden="true" ma:internalName="_ip_UnifiedCompliancePolicyUIAction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9f999e54-2bb7-4d3e-98ea-4d068e0776c8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1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lcf76f155ced4ddcb4097134ff3c332f" ma:index="15" nillable="true" ma:taxonomy="true" ma:internalName="lcf76f155ced4ddcb4097134ff3c332f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DateTaken" ma:index="17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OCR" ma:index="18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9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20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21" nillable="true" ma:displayName="MediaLengthInSeconds" ma:hidden="true" ma:internalName="MediaLengthInSeconds" ma:readOnly="true">
      <xsd:simpleType>
        <xsd:restriction base="dms:Unknown"/>
      </xsd:simpleType>
    </xsd:element>
    <xsd:element name="MediaServiceBillingMetadata" ma:index="22" nillable="true" ma:displayName="MediaServiceBillingMetadata" ma:hidden="true" ma:internalName="MediaServiceBillingMetadata" ma:readOnly="true">
      <xsd:simpleType>
        <xsd:restriction base="dms:Text"/>
      </xsd:simpleType>
    </xsd:element>
    <xsd:element name="HasDigitalSignature" ma:index="23" nillable="true" ma:displayName="Signed electronically" ma:internalName="HasDigitalSignature" ma:readOnly="true">
      <xsd:simpleType>
        <xsd:restriction base="dms:Boolean"/>
      </xsd:simpleType>
    </xsd:element>
    <xsd:element name="DigitalSignatureProvider" ma:index="24" nillable="true" ma:displayName="Signature provider" ma:internalName="DigitalSignatureProvider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81b978aa-f708-4b9a-bb08-4a0c5682ef61" elementFormDefault="qualified">
    <xsd:import namespace="http://schemas.microsoft.com/office/2006/documentManagement/types"/>
    <xsd:import namespace="http://schemas.microsoft.com/office/infopath/2007/PartnerControls"/>
    <xsd:element name="TaxCatchAll" ma:index="16" nillable="true" ma:displayName="Taxonomy Catch All Column" ma:hidden="true" ma:list="{c3d9b0ef-f47e-49c2-ab2e-e36ac6c1e459}" ma:internalName="TaxCatchAll" ma:showField="CatchAllData" ma:web="81b978aa-f708-4b9a-bb08-4a0c5682ef6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_ip_UnifiedCompliancePolicyProperties xmlns="http://schemas.microsoft.com/sharepoint/v3" xsi:nil="true"/>
    <lcf76f155ced4ddcb4097134ff3c332f xmlns="9f999e54-2bb7-4d3e-98ea-4d068e0776c8">
      <Terms xmlns="http://schemas.microsoft.com/office/infopath/2007/PartnerControls"/>
    </lcf76f155ced4ddcb4097134ff3c332f>
    <TaxCatchAll xmlns="81b978aa-f708-4b9a-bb08-4a0c5682ef61" xsi:nil="true"/>
  </documentManagement>
</p:properties>
</file>

<file path=customXml/itemProps1.xml><?xml version="1.0" encoding="utf-8"?>
<ds:datastoreItem xmlns:ds="http://schemas.openxmlformats.org/officeDocument/2006/customXml" ds:itemID="{BF73BFBE-D3CC-4153-B031-607EFF219B7F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EC79634C-EAD0-4B2D-9B13-32801D372DC0}">
  <ds:schemaRefs>
    <ds:schemaRef ds:uri="81b978aa-f708-4b9a-bb08-4a0c5682ef61"/>
    <ds:schemaRef ds:uri="9f999e54-2bb7-4d3e-98ea-4d068e0776c8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microsoft.com/sharepoint/v3"/>
    <ds:schemaRef ds:uri="http://schemas.openxmlformats.org/package/2006/metadata/core-properties"/>
    <ds:schemaRef ds:uri="http://www.w3.org/2001/XMLSchema"/>
  </ds:schemaRefs>
</ds:datastoreItem>
</file>

<file path=customXml/itemProps3.xml><?xml version="1.0" encoding="utf-8"?>
<ds:datastoreItem xmlns:ds="http://schemas.openxmlformats.org/officeDocument/2006/customXml" ds:itemID="{FA6CF0E2-4DDE-4117-9500-63CF709C4B98}">
  <ds:schemaRefs>
    <ds:schemaRef ds:uri="81b978aa-f708-4b9a-bb08-4a0c5682ef61"/>
    <ds:schemaRef ds:uri="9f999e54-2bb7-4d3e-98ea-4d068e0776c8"/>
    <ds:schemaRef ds:uri="http://purl.org/dc/dcmitype/"/>
    <ds:schemaRef ds:uri="http://purl.org/dc/elements/1.1/"/>
    <ds:schemaRef ds:uri="http://purl.org/dc/terms/"/>
    <ds:schemaRef ds:uri="http://schemas.microsoft.com/office/2006/documentManagement/types"/>
    <ds:schemaRef ds:uri="http://schemas.microsoft.com/office/2006/metadata/properties"/>
    <ds:schemaRef ds:uri="http://schemas.microsoft.com/office/infopath/2007/PartnerControls"/>
    <ds:schemaRef ds:uri="http://schemas.microsoft.com/sharepoint/v3"/>
    <ds:schemaRef ds:uri="http://schemas.openxmlformats.org/package/2006/metadata/core-properties"/>
    <ds:schemaRef ds:uri="http://www.w3.org/XML/1998/namespace"/>
  </ds:schemaRefs>
</ds:datastoreItem>
</file>

<file path=docMetadata/LabelInfo.xml><?xml version="1.0" encoding="utf-8"?>
<clbl:labelList xmlns:clbl="http://schemas.microsoft.com/office/2020/mipLabelMetadata">
  <clbl:label id="{f42aa342-8706-4288-bd11-ebb85995028c}" enabled="1" method="Privileged" siteId="{72f988bf-86f1-41af-91ab-2d7cd011db47}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6369</Words>
  <Application>Microsoft Office PowerPoint</Application>
  <PresentationFormat>Widescreen</PresentationFormat>
  <Paragraphs>641</Paragraphs>
  <Slides>17</Slides>
  <Notes>17</Notes>
  <HiddenSlides>0</HiddenSlides>
  <MMClips>0</MMClips>
  <ScaleCrop>false</ScaleCrop>
  <HeadingPairs>
    <vt:vector size="4" baseType="variant">
      <vt:variant>
        <vt:lpstr>Theme</vt:lpstr>
      </vt:variant>
      <vt:variant>
        <vt:i4>4</vt:i4>
      </vt:variant>
      <vt:variant>
        <vt:lpstr>Slide Titles</vt:lpstr>
      </vt:variant>
      <vt:variant>
        <vt:i4>17</vt:i4>
      </vt:variant>
    </vt:vector>
  </HeadingPairs>
  <TitlesOfParts>
    <vt:vector size="21" baseType="lpstr">
      <vt:lpstr>1_Microsoft 365 Copilot Template</vt:lpstr>
      <vt:lpstr>Microsoft 365 PPT Template - 2018</vt:lpstr>
      <vt:lpstr>Office Theme</vt:lpstr>
      <vt:lpstr>2_Office Theme</vt:lpstr>
      <vt:lpstr>Getting Things Done with Copilot Cowork for HR Tasks</vt:lpstr>
      <vt:lpstr>Getting Things Done with Copilot Cowork for HR Tasks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Getting Things Done with Copilot Cowork for HR Tasks</dc:title>
  <dc:creator>Christophe Ragage</dc:creator>
  <cp:lastModifiedBy>Christophe Ragage</cp:lastModifiedBy>
  <cp:revision>6</cp:revision>
  <dcterms:created xsi:type="dcterms:W3CDTF">2026-08-25T23:39:53Z</dcterms:created>
  <dcterms:modified xsi:type="dcterms:W3CDTF">2026-08-31T17:34:55Z</dcterms:modified>
  <dc:subject>Training overview</dc:subject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0x010100198E4635F6FDE443B4932A463991D546</vt:lpwstr>
  </property>
  <property fmtid="{D5CDD505-2E9C-101B-9397-08002B2CF9AE}" pid="3" name="MediaServiceImageTags">
    <vt:lpwstr/>
  </property>
</Properties>
</file>