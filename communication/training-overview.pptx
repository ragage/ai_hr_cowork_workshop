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24"/>
    <p:sldId id="257" r:id="rId23"/>
    <p:sldId id="258" r:id="rId22"/>
    <p:sldId id="259" r:id="rId21"/>
    <p:sldId id="260" r:id="rId20"/>
    <p:sldId id="261" r:id="rId19"/>
    <p:sldId id="262" r:id="rId18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A768FF0C-0998-4952-BF56-7DFEBDDD270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Appendix" id="{FA8DE7B2-7204-4608-950E-CF0156A5B9E7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7" Type="http://schemas.openxmlformats.org/officeDocument/2006/relationships/slide" Target="slides/slide64.xml"/><Relationship Id="rId18" Type="http://schemas.openxmlformats.org/officeDocument/2006/relationships/slide" Target="slides/slide63.xml"/><Relationship Id="rId19" Type="http://schemas.openxmlformats.org/officeDocument/2006/relationships/slide" Target="slides/slide62.xml"/><Relationship Id="rId20" Type="http://schemas.openxmlformats.org/officeDocument/2006/relationships/slide" Target="slides/slide61.xml"/><Relationship Id="rId21" Type="http://schemas.openxmlformats.org/officeDocument/2006/relationships/slide" Target="slides/slide60.xml"/><Relationship Id="rId22" Type="http://schemas.openxmlformats.org/officeDocument/2006/relationships/slide" Target="slides/slide59.xml"/><Relationship Id="rId23" Type="http://schemas.openxmlformats.org/officeDocument/2006/relationships/slide" Target="slides/slide58.xml"/><Relationship Id="rId24" Type="http://schemas.openxmlformats.org/officeDocument/2006/relationships/slide" Target="slides/slide57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need; the Zava sample data is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Deep Research, Cowork driving a browser, a custom skill, recruiting and reporting, an onboarding pack, automations, a policy agent, and the executive command center capstone. Each one ends in a draft the attendee reviews.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Two hours and 35 minutes: framing and a UI tour with setup, then eight hands-on exercises with one 15-minute break. Exercise 3 (a custom skill) is the centerpiece; Exercise 7 builds a no-code agent in Agent Builder.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README and the participant workbook, and the workshop closes with a recap and next steps.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8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ragage/ai_hr_cowork_workshop/raw/main/participant/participant-workbook.docx" TargetMode="External"/><Relationship Id="rId3" Type="http://schemas.openxmlformats.org/officeDocument/2006/relationships/hyperlink" Target="https://github.com/ragage/ai_hr_cowork_workshop/raw/main/sample-knowledge/zava-sample-knowledge.zip" TargetMode="External"/><Relationship Id="rId4" Type="http://schemas.openxmlformats.org/officeDocument/2006/relationships/hyperlink" Target="https://github.com/ragage/ai_hr_cowork_workshop/raw/main/participant/quick-reference-card.docx" TargetMode="External"/><Relationship Id="rId5" Type="http://schemas.openxmlformats.org/officeDocument/2006/relationships/hyperlink" Target="https://github.com/ragage/ai_hr_cowork_workshop/raw/main/reference/04-prompt-library.docx" TargetMode="External"/><Relationship Id="rId6" Type="http://schemas.openxmlformats.org/officeDocument/2006/relationships/hyperlink" Target="https://github.com/ragage/ai_hr_cowork_workshop/raw/main/reference/06-responsible-use.docx" TargetMode="External"/><Relationship Id="rId7" Type="http://schemas.openxmlformats.org/officeDocument/2006/relationships/hyperlink" Target="https://github.com/ragage/ai_hr_cowork_workshop/raw/main/participant/after-the-workshop.docx" TargetMode="External"/><Relationship Id="rId8" Type="http://schemas.openxmlformats.org/officeDocument/2006/relationships/hyperlink" Target="https://github.com/ragage/ai_hr_cowork_workshop/raw/main/instructor/instructor-deck.pptx" TargetMode="External"/><Relationship Id="rId9" Type="http://schemas.openxmlformats.org/officeDocument/2006/relationships/hyperlink" Target="https://github.com/ragage/ai_hr_cowork_workshop/raw/main/instructor/facilitator-guide.docx" TargetMode="External"/><Relationship Id="rId10" Type="http://schemas.openxmlformats.org/officeDocument/2006/relationships/hyperlink" Target="https://github.com/ragage/ai_hr_cowork_workshop/raw/main/instructor/facilitator-answer-key.docx" TargetMode="External"/><Relationship Id="rId11" Type="http://schemas.openxmlformats.org/officeDocument/2006/relationships/hyperlink" Target="https://github.com/ragage/ai_hr_cowork_workshop/raw/main/instructor/readiness-checklist.docx" TargetMode="External"/><Relationship Id="rId12" Type="http://schemas.openxmlformats.org/officeDocument/2006/relationships/hyperlink" Target="https://github.com/ragage/ai_hr_cowork_workshop/raw/main/instructor/seed-content.docx" TargetMode="External"/><Relationship Id="rId13" Type="http://schemas.openxmlformats.org/officeDocument/2006/relationships/hyperlink" Target="https://github.com/ragage/ai_hr_cowork_workshop/tree/main/communication" TargetMode="External"/><Relationship Id="rId14" Type="http://schemas.openxmlformats.org/officeDocument/2006/relationships/image" Target="../media/image21.png"/><Relationship Id="rId15" Type="http://schemas.openxmlformats.org/officeDocument/2006/relationships/hyperlink" Target="https://github.com/ragage/ai_hr_cowork_workshop" TargetMode="External"/><Relationship Id="rId16" Type="http://schemas.openxmlformats.org/officeDocument/2006/relationships/notesSlide" Target="../notesSlides/notesSlide1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2-hour 35-minute,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2 hours 35 minutes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one 15-minute break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8,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2 hours 35 minutes,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one break.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task, My tasks, Automations,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+ 5 questions; optional /cost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Orientation deck (+ kickoff, announcement)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 + Daily Briefing (+ sharing)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15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Capstone: HTML dashboard, skill, schedule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magnifying glass, for Deep Re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globe, for navigating websites with Cowork's brows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hammer and wrench, for building a custom skil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clipboard, for recruiting and repor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15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party popper, for welcoming a new hi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n alarm clock, for scheduled automation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15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 robot, for the HR Policy Agen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bar chart, for the executive command center dashboar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15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8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else: </a:t>
            </a:r>
            <a:r>
              <a:rPr sz="1500" b="0">
                <a:solidFill>
                  <a:srgbClr val="FFFFFF"/>
                </a:solidFill>
                <a:latin typeface="Segoe UI"/>
              </a:rPr>
              <a:t>browse the kit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Ready to join?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