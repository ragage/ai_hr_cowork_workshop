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9F9F54B-404F-43D1-B921-AE7C11094E9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F2DEE218-794F-4CF3-873F-86FB38ECB170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