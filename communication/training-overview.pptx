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C51CC7E1-397D-4AB8-931D-2B1E1CAD179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4E3D4913-192E-4886-BE44-E83AAFBF44EC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