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 id="312" r:id="rId1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2EA70195-8805-4A3C-B396-D5D20906F1F9}">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Deep Research" id="{118E5ECD-6E1B-4FC0-8DAE-8B28FACDB689}">
          <p14:sldIdLst>
            <p14:sldId id="273"/>
            <p14:sldId id="274"/>
            <p14:sldId id="275"/>
            <p14:sldId id="276"/>
            <p14:sldId id="277"/>
            <p14:sldId id="278"/>
          </p14:sldIdLst>
        </p14:section>
        <p14:section name="Ex 2 · Browser" id="{6C82D2A7-75C7-4E11-92E9-18167117537C}">
          <p14:sldIdLst>
            <p14:sldId id="279"/>
            <p14:sldId id="280"/>
            <p14:sldId id="281"/>
            <p14:sldId id="282"/>
          </p14:sldIdLst>
        </p14:section>
        <p14:section name="Ex 3 · Custom Skill" id="{E2E1AF05-8D7F-444F-B359-4CDA51AB6A0C}">
          <p14:sldIdLst>
            <p14:sldId id="283"/>
            <p14:sldId id="284"/>
            <p14:sldId id="285"/>
            <p14:sldId id="286"/>
          </p14:sldIdLst>
        </p14:section>
        <p14:section name="Ex 4 · Recruiting + Reporting" id="{C27D6F6A-8932-4E50-9774-F4EEDC31D940}">
          <p14:sldIdLst>
            <p14:sldId id="287"/>
            <p14:sldId id="288"/>
            <p14:sldId id="289"/>
            <p14:sldId id="290"/>
            <p14:sldId id="291"/>
          </p14:sldIdLst>
        </p14:section>
        <p14:section name="Ex 5 · Onboarding Pack" id="{6912A71B-D671-4B47-8D26-9F481AFB5B4B}">
          <p14:sldIdLst>
            <p14:sldId id="292"/>
            <p14:sldId id="293"/>
            <p14:sldId id="294"/>
            <p14:sldId id="295"/>
          </p14:sldIdLst>
        </p14:section>
        <p14:section name="Ex 6 · Automate &amp; Share" id="{E39D5BDA-EBEA-44F5-BB66-45266658AC4B}">
          <p14:sldIdLst>
            <p14:sldId id="296"/>
            <p14:sldId id="297"/>
            <p14:sldId id="298"/>
            <p14:sldId id="299"/>
          </p14:sldIdLst>
        </p14:section>
        <p14:section name="Ex 7 · HR Policy Agent" id="{18169ED2-74FC-4A15-ADE2-F29324ED8FF2}">
          <p14:sldIdLst>
            <p14:sldId id="300"/>
            <p14:sldId id="301"/>
            <p14:sldId id="302"/>
            <p14:sldId id="303"/>
          </p14:sldIdLst>
        </p14:section>
        <p14:section name="Ex 8 · Executive Command Center" id="{D53A2566-0846-446A-8317-831D378AC1ED}">
          <p14:sldIdLst>
            <p14:sldId id="304"/>
            <p14:sldId id="305"/>
            <p14:sldId id="306"/>
            <p14:sldId id="307"/>
          </p14:sldIdLst>
        </p14:section>
        <p14:section name="Close" id="{831C1C58-1F0D-470F-ADF0-147D2E8306F2}">
          <p14:sldIdLst>
            <p14:sldId id="308"/>
            <p14:sldId id="309"/>
            <p14:sldId id="310"/>
            <p14:sldId id="311"/>
            <p14:sldId id="31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8 runs on their own real data: results stay private, no screen sharing; all other exercises use the fictional Zava files, so no real employee data goes into them; never send to real people (send only to yourself). Cite sources + 'confirm with HR'. Exercise 8's prompt also keeps recommendations on workstreams, not on evaluating individuals. Detail: reference/06-responsible-use.md.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0:10-0:20, about 1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0:10-0:20).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quick knowledge check. They mirror the README and workbook.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2½ hours,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(10 min, 1:05–1:15). Pause here: check the room is ready (anyone still finishing the last exercise?), then introduce the scenario card on the next slide.</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(1:05-1:15, 10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1:15-1:30). Sweep the room for blockers and check everyone's Exercise 3 skill saved: Exercise 6 shares it.</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1:30–1:40). Pause here: check the room is ready (anyone still finishing the last exercise?), then introduce the scenario card on the next slide.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(1:30-1:40,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1:40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1:40–1:55). Pause here: check the room is ready (anyone still finishing the last exercise?), then introduce the scenario card on the next slide.</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(1:40-1:55,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1:55–2:10).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(1:55-2:10,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2:10–2:25). Pause here: check the room is ready (anyone still finishing the last exercise?), then introduce the scenario card on the next slide.</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(2:10-2:25, 15 min). SAY: 'Watch one prompt gather signals, build a dashboard, save itself as a skill, and schedule itself.' APPROVALS FIRST: review the permissions Cowork asks for (saving the skill, creating the schedule). Point back to the approvals slide: one at a time, no Approve All. It combines the skills from Ex 3 and schedules from Ex 6. Read the guardrail in the prompt aloud: workstreams, not people.</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1:15 break, 1:55 Ex 7, 2:10 Ex 8; the optional sub-tasks (1c scorecard, 2b brief, 5b + 5c, 6c sharing) are for fast finishers, so demo them rather than wait. If still behind, cut in this order: 6a only, then Ex 7 as a demo. Never cut Ex 3.</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(2:25-2:30).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 Then show the clean-up slide.</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session; leave this up while people pack up).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blob/main/README.md" TargetMode="External"/><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3.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2½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2½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highlight>
                  <a:srgbClr val="FFE9CC"/>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highlight>
                  <a:srgbClr val="FFE9CC"/>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highlight>
                  <a:srgbClr val="FFE9CC"/>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1:05–1:15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1:30–1:40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1:40–1:55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1:55–2:10</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2:10–2:25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highlight>
                  <a:srgbClr val="DCEBFF"/>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highlight>
                  <a:srgbClr val="DCEBFF"/>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highlight>
                  <a:srgbClr val="DCEBFF"/>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steps on the last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delete or rewrite the Zava custom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