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D375096E-BD05-4FE0-8B0D-9EEB8A2A38A3}">
          <p14:sldIdLst>
            <p14:sldId id="256"/>
            <p14:sldId id="257"/>
            <p14:sldId id="258"/>
            <p14:sldId id="259"/>
            <p14:sldId id="260"/>
            <p14:sldId id="261"/>
            <p14:sldId id="262"/>
            <p14:sldId id="263"/>
            <p14:sldId id="264"/>
            <p14:sldId id="265"/>
            <p14:sldId id="266"/>
            <p14:sldId id="267"/>
            <p14:sldId id="268"/>
          </p14:sldIdLst>
        </p14:section>
        <p14:section name="Ex 1 · Deep Research" id="{86A9E1E5-D0D2-4A86-932C-103443585335}">
          <p14:sldIdLst>
            <p14:sldId id="269"/>
            <p14:sldId id="270"/>
            <p14:sldId id="271"/>
            <p14:sldId id="272"/>
            <p14:sldId id="273"/>
            <p14:sldId id="274"/>
          </p14:sldIdLst>
        </p14:section>
        <p14:section name="Ex 2 · Browser" id="{0DBD9B42-70C0-483A-9E73-9BA975301427}">
          <p14:sldIdLst>
            <p14:sldId id="275"/>
            <p14:sldId id="276"/>
            <p14:sldId id="277"/>
            <p14:sldId id="278"/>
          </p14:sldIdLst>
        </p14:section>
        <p14:section name="Ex 3 · Custom Skill" id="{71BCDD6E-8446-4766-827C-F34B4E0D2E08}">
          <p14:sldIdLst>
            <p14:sldId id="279"/>
            <p14:sldId id="280"/>
            <p14:sldId id="281"/>
            <p14:sldId id="282"/>
          </p14:sldIdLst>
        </p14:section>
        <p14:section name="Ex 4 · Recruiting + Reporting" id="{D86684FB-99EF-4CEE-BC1F-73155FE9F487}">
          <p14:sldIdLst>
            <p14:sldId id="283"/>
            <p14:sldId id="284"/>
            <p14:sldId id="285"/>
            <p14:sldId id="286"/>
            <p14:sldId id="287"/>
          </p14:sldIdLst>
        </p14:section>
        <p14:section name="Ex 5 · Onboarding Pack" id="{808294FE-A0C2-4479-9F17-948267FF8B7F}">
          <p14:sldIdLst>
            <p14:sldId id="288"/>
            <p14:sldId id="289"/>
            <p14:sldId id="290"/>
            <p14:sldId id="291"/>
          </p14:sldIdLst>
        </p14:section>
        <p14:section name="Ex 6 · Automate &amp; Share" id="{964CDE92-3845-4D44-9C27-5D97D258076D}">
          <p14:sldIdLst>
            <p14:sldId id="292"/>
            <p14:sldId id="293"/>
            <p14:sldId id="294"/>
            <p14:sldId id="295"/>
          </p14:sldIdLst>
        </p14:section>
        <p14:section name="Ex 7 · HR Policy Agent" id="{13D301AB-6B94-4AC3-B127-6872B13FE1F3}">
          <p14:sldIdLst>
            <p14:sldId id="296"/>
            <p14:sldId id="297"/>
            <p14:sldId id="298"/>
            <p14:sldId id="299"/>
          </p14:sldIdLst>
        </p14:section>
        <p14:section name="Ex 8 · Executive Command Center" id="{B12C39A8-0B16-4653-8302-4E85D731370A}">
          <p14:sldIdLst>
            <p14:sldId id="300"/>
            <p14:sldId id="301"/>
            <p14:sldId id="302"/>
            <p14:sldId id="303"/>
          </p14:sldIdLst>
        </p14:section>
        <p14:section name="Appendix" id="{49610B97-563B-486F-BC5E-A328D040EB00}">
          <p14:sldIdLst>
            <p14:sldId id="304"/>
            <p14:sldId id="305"/>
            <p14:sldId id="306"/>
            <p14:sldId id="307"/>
            <p14:sldId id="308"/>
          </p14:sldIdLst>
        </p14:section>
        <p14:section name="Close" id="{FAD0A79B-B80F-484A-AFAC-B566F0131B33}">
          <p14:sldIdLst>
            <p14:sldId id="309"/>
            <p14:sldId id="310"/>
            <p14:sldId id="311"/>
            <p14:sldId id="31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 hours 35 minutes,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README and workbook. Skip this slide if time is short; preserve wrap-up and schedule cleanup.</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 Then show the clean-up slide.</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session; leave this up while people pack up).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3.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 hours 35 minutes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 hours 35 minutes,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steps on the last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