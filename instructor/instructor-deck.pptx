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88E6861A-C3B4-49C2-A807-2012E3A25F00}">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Deep Research" id="{B570B818-E94F-4B10-A9E7-D0E075A18499}">
          <p14:sldIdLst>
            <p14:sldId id="273"/>
            <p14:sldId id="274"/>
            <p14:sldId id="275"/>
            <p14:sldId id="276"/>
            <p14:sldId id="277"/>
            <p14:sldId id="278"/>
          </p14:sldIdLst>
        </p14:section>
        <p14:section name="Ex 2 · Browser" id="{B71250FF-C869-41E9-9752-957C80730F19}">
          <p14:sldIdLst>
            <p14:sldId id="279"/>
            <p14:sldId id="280"/>
            <p14:sldId id="281"/>
            <p14:sldId id="282"/>
          </p14:sldIdLst>
        </p14:section>
        <p14:section name="Ex 3 · Custom Skill" id="{830E7DC5-57DD-488F-92EC-E84D11A548D9}">
          <p14:sldIdLst>
            <p14:sldId id="283"/>
            <p14:sldId id="284"/>
            <p14:sldId id="285"/>
            <p14:sldId id="286"/>
          </p14:sldIdLst>
        </p14:section>
        <p14:section name="Ex 4 · Recruiting + Reporting" id="{4F1EDD9B-8D5D-4E95-B8B4-D1220A25A0CC}">
          <p14:sldIdLst>
            <p14:sldId id="287"/>
            <p14:sldId id="288"/>
            <p14:sldId id="289"/>
            <p14:sldId id="290"/>
            <p14:sldId id="291"/>
          </p14:sldIdLst>
        </p14:section>
        <p14:section name="Ex 5 · Onboarding Pack" id="{DCD07D3C-2011-483E-A2AF-E1B9FCA80341}">
          <p14:sldIdLst>
            <p14:sldId id="292"/>
            <p14:sldId id="293"/>
            <p14:sldId id="294"/>
            <p14:sldId id="295"/>
          </p14:sldIdLst>
        </p14:section>
        <p14:section name="Ex 6 · Automate &amp; Share" id="{47A2A060-C9E7-4C23-A35F-3220F949C831}">
          <p14:sldIdLst>
            <p14:sldId id="296"/>
            <p14:sldId id="297"/>
            <p14:sldId id="298"/>
            <p14:sldId id="299"/>
          </p14:sldIdLst>
        </p14:section>
        <p14:section name="Ex 7 · HR Policy Agent" id="{CCF6D86D-3672-4D8C-A73E-08C85A09627A}">
          <p14:sldIdLst>
            <p14:sldId id="300"/>
            <p14:sldId id="301"/>
            <p14:sldId id="302"/>
            <p14:sldId id="303"/>
          </p14:sldIdLst>
        </p14:section>
        <p14:section name="Ex 8 · Executive Command Center" id="{E06EDC7A-6D3A-4D4D-9764-ACE1EBDEB71D}">
          <p14:sldIdLst>
            <p14:sldId id="304"/>
            <p14:sldId id="305"/>
            <p14:sldId id="306"/>
            <p14:sldId id="307"/>
          </p14:sldIdLst>
        </p14:section>
        <p14:section name="Close" id="{8B77697F-5AF8-456C-9DF7-87F120AB2F91}">
          <p14:sldIdLst>
            <p14:sldId id="308"/>
            <p14:sldId id="309"/>
            <p14:sldId id="310"/>
            <p14:sldId id="31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8 runs on their own real data: results stay private, no screen sharing; all other exercises use the fictional Zava files, so no real employee data goes into them; never send to real people (send only to yourself). Cite sources + 'confirm with HR'. Exercise 8's prompt also keeps recommendations on workstreams, not on evaluating individuals. Detail: reference/06-responsible-use.md.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recap. They mirror the README and workbook.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2½ hours,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(10 min, 1:05–1:15). Pause here: check the room is ready (anyone still finishing the last exercise?), then introduce the scenario card on the next slide.</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(1:05-1:15, 10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1:15-1:30). Sweep the room for blockers and check everyone's Exercise 3 skill saved: Exercise 6 shares it.</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1:30–1:40). Pause here: check the room is ready (anyone still finishing the last exercise?), then introduce the scenario card on the next slide.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(1:30-1:40,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1:40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1:40–1:55). Pause here: check the room is ready (anyone still finishing the last exercise?), then introduce the scenario card on the next slide.</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(1:40-1:55,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1:55–2:10).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(1:55-2:10,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2:10–2:25). Pause here: check the room is ready (anyone still finishing the last exercise?), then introduce the scenario card on the next slide.</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SAY: 'Watch one prompt gather signals, build a dashboard, save itself as a skill, and schedule itself.' APPROVALS FIRST: review the permissions Cowork asks for (saving the skill, creating the schedule). Point back to the approvals slide: one at a time, no Approve All. It combines the skills from Ex 3 and schedules from Ex 6. Read the guardrail in the prompt aloud: workstreams, not people.</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1:15 break, 1:55 Ex 7, 2:10 Ex 8; the optional sub-tasks (1c scorecard, 2b brief, 5b + 5c, 6c sharing) are for fast finishers, so demo them rather than wait. If still behind, cut in this order: 6a only, then Ex 7 as a demo. Never cut Ex 3.</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 Then show the clean-up slide.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session; leave this up while people pack up).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blob/main/README.md" TargetMode="Externa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2.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highlight>
                  <a:srgbClr val="FFE9CC"/>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highlight>
                  <a:srgbClr val="FFE9CC"/>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highlight>
                  <a:srgbClr val="FFE9CC"/>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1:05–1:15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1:30–1:40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1:40–1:55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1:55–2:10</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steps on the last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delete or rewrite the Zava custom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