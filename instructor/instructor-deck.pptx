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4AEFCF1F-A609-49C0-9C80-BA19408E7284}">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D20999D1-DFA1-4337-A78E-A8A655247735}">
          <p14:sldIdLst>
            <p14:sldId id="273"/>
            <p14:sldId id="274"/>
            <p14:sldId id="275"/>
            <p14:sldId id="276"/>
            <p14:sldId id="277"/>
          </p14:sldIdLst>
        </p14:section>
        <p14:section name="Ex 2 · Deep Research" id="{3F43D5EB-C028-42F4-A201-A819A0576D27}">
          <p14:sldIdLst>
            <p14:sldId id="278"/>
            <p14:sldId id="279"/>
            <p14:sldId id="280"/>
            <p14:sldId id="281"/>
          </p14:sldIdLst>
        </p14:section>
        <p14:section name="Ex 3 · Navigate websites" id="{09EE3A59-247C-4E04-80AD-271AB5F90024}">
          <p14:sldIdLst>
            <p14:sldId id="282"/>
            <p14:sldId id="283"/>
            <p14:sldId id="284"/>
            <p14:sldId id="285"/>
          </p14:sldIdLst>
        </p14:section>
        <p14:section name="Ex 4 · Custom skill" id="{8676BAF8-23BA-4B13-9456-F5F48E4D89CA}">
          <p14:sldIdLst>
            <p14:sldId id="286"/>
            <p14:sldId id="287"/>
            <p14:sldId id="288"/>
            <p14:sldId id="289"/>
          </p14:sldIdLst>
        </p14:section>
        <p14:section name="Ex 5 · Recruiting + reporting" id="{904F1F9C-43CD-4D9A-BC4B-7E81C8617A2D}">
          <p14:sldIdLst>
            <p14:sldId id="290"/>
            <p14:sldId id="291"/>
            <p14:sldId id="292"/>
            <p14:sldId id="293"/>
            <p14:sldId id="294"/>
          </p14:sldIdLst>
        </p14:section>
        <p14:section name="Ex 6 · Onboarding pack" id="{0AAB7B70-2A99-4B27-B201-4E6E9EEF93FC}">
          <p14:sldIdLst>
            <p14:sldId id="295"/>
            <p14:sldId id="296"/>
            <p14:sldId id="297"/>
            <p14:sldId id="298"/>
          </p14:sldIdLst>
        </p14:section>
        <p14:section name="Ex 7 · Automate &amp; share" id="{CEA970DD-D30E-4552-AD9C-D9C557ADCE6D}">
          <p14:sldIdLst>
            <p14:sldId id="299"/>
            <p14:sldId id="300"/>
            <p14:sldId id="301"/>
            <p14:sldId id="302"/>
          </p14:sldIdLst>
        </p14:section>
        <p14:section name="Ex 8 · HR Policy Agent" id="{E6C81536-F133-4EB8-91E0-95C2B1952C1F}">
          <p14:sldIdLst>
            <p14:sldId id="303"/>
            <p14:sldId id="304"/>
            <p14:sldId id="305"/>
            <p14:sldId id="306"/>
          </p14:sldIdLst>
        </p14:section>
        <p14:section name="Close" id="{48B0FDC3-53EA-4694-9E94-1A5A667AFE53}">
          <p14:sldIdLst>
            <p14:sldId id="307"/>
            <p14:sldId id="308"/>
            <p14:sldId id="309"/>
            <p14:sldId id="31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2c) is OPTIONAL: fast finishers run it. TIME CHECK: at 0:45,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3b is OPTIONAL: fast finishers run it; at 1:00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(15 min, 1:05–1:20). Pause here: check the room is ready (anyone still finishing the last exercise?), then introduce the scenario card on the next slide.</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1:20–1:30). Pause here: check the room is ready (anyone still finishing the last exercise?), then introduce the scenario card on the next slide.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(1:20-1:30,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1:30-1:45). Sweep the room for blockers and check everyone's Exercise 4 skill saved: Exercise 7 shares it.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1:45–1:55). Pause here: check the room is ready (anyone still finishing the last exercise?), then introduce the scenario card on the next slide.</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(1:45-1:55,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is the must-do (the deck takes longest); 6b and 6c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1:55 move on, even if only 6a is done.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Optional: schedule the kickoff ---</a:t>
            </a:r>
          </a:p>
          <a:p>
            <a:r>
              <a:t>Schedule a 30-minute onboarding kickoff for Sofia Alvarez’s first day, next Monday at 9:30 AM, add a Teams meeting link, and invite only me. Show it to me before you send it.</a:t>
            </a:r>
          </a:p>
          <a:p/>
          <a:p>
            <a:r>
              <a:t>--- Task 6c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1:55–2:10). Pause here: check the room is ready (anyone still finishing the last exercise?), then introduce the scenario card on the next slide.</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is quick; 7c is OPTIONAL, so demo it.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1:30 break, 2:10 Ex 8; the optional sub-tasks (2c scorecard, 3b brief, 6b + 6c, 7c sharing) are for fast finishers, so demo them rather than wait. If still behind, cut in this order: 7a only, then Ex 8 as a demo. Never cut Ex 4.</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sample-knowledge/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 TargetMode="Externa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2.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+ 5 tailored questions</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Orientation deck (+ kickoff, announcement)</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 Daily Briefing (+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1:20–1:30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1:45–1:55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6a is the must-do; 6b and 6c are optional</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