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2FB3FA9B-2BA5-4528-BEAD-0EBE5A1ACA80}">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F839B5F8-6592-4E36-9B4A-45B7D6163712}">
          <p14:sldIdLst>
            <p14:sldId id="273"/>
            <p14:sldId id="274"/>
            <p14:sldId id="275"/>
            <p14:sldId id="276"/>
            <p14:sldId id="277"/>
          </p14:sldIdLst>
        </p14:section>
        <p14:section name="Ex 2 · Deep Research" id="{7F46F218-A93B-4CBA-8619-6128F870EBD3}">
          <p14:sldIdLst>
            <p14:sldId id="278"/>
            <p14:sldId id="279"/>
            <p14:sldId id="280"/>
            <p14:sldId id="281"/>
          </p14:sldIdLst>
        </p14:section>
        <p14:section name="Ex 3 · Navigate websites" id="{D51BA356-FD1A-4ECB-80DD-47419BA8F962}">
          <p14:sldIdLst>
            <p14:sldId id="282"/>
            <p14:sldId id="283"/>
            <p14:sldId id="284"/>
            <p14:sldId id="285"/>
          </p14:sldIdLst>
        </p14:section>
        <p14:section name="Ex 4 · Custom skill" id="{5866A69C-38D0-437C-841A-2C667900A73B}">
          <p14:sldIdLst>
            <p14:sldId id="286"/>
            <p14:sldId id="287"/>
            <p14:sldId id="288"/>
            <p14:sldId id="289"/>
          </p14:sldIdLst>
        </p14:section>
        <p14:section name="Ex 5 · Recruiting + reporting" id="{4FDF0355-2831-4730-9C48-0C34D615248F}">
          <p14:sldIdLst>
            <p14:sldId id="290"/>
            <p14:sldId id="291"/>
            <p14:sldId id="292"/>
            <p14:sldId id="293"/>
            <p14:sldId id="294"/>
          </p14:sldIdLst>
        </p14:section>
        <p14:section name="Ex 6 · Onboarding pack" id="{C8B2DA53-607B-4331-BCB2-28AF5A7811F9}">
          <p14:sldIdLst>
            <p14:sldId id="295"/>
            <p14:sldId id="296"/>
            <p14:sldId id="297"/>
            <p14:sldId id="298"/>
          </p14:sldIdLst>
        </p14:section>
        <p14:section name="Ex 7 · Automate &amp; share" id="{D7B3F4D4-E1D4-4ED6-9C01-B3D164BDD730}">
          <p14:sldIdLst>
            <p14:sldId id="299"/>
            <p14:sldId id="300"/>
            <p14:sldId id="301"/>
            <p14:sldId id="302"/>
          </p14:sldIdLst>
        </p14:section>
        <p14:section name="Ex 8 · HR Policy Agent" id="{46527B84-E5ED-4DDE-AF25-33B27221B875}">
          <p14:sldIdLst>
            <p14:sldId id="303"/>
            <p14:sldId id="304"/>
            <p14:sldId id="305"/>
            <p14:sldId id="306"/>
          </p14:sldIdLst>
        </p14:section>
        <p14:section name="Close" id="{59315B86-0A81-444D-A86E-0115123091FE}">
          <p14:sldIdLst>
            <p14:sldId id="307"/>
            <p14:sldId id="308"/>
            <p14:sldId id="309"/>
            <p14:sldId id="31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2c) is OPTIONAL: fast finishers run it. TIME CHECK: at 0:45,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3b is OPTIONAL: fast finishers run it; at 1:00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(20 min, 1:05–1:25). Pause here: check the room is ready (anyone still finishing the last exercise?), then introduce the scenario card on the next slide.</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(1:05-1:25, 20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1:25–1:35). Pause here: check the room is ready (anyone still finishing the last exercise?), then introduce the scenario card on the next slide.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(1:25-1:35,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1:35-1:50). Sweep the room for blockers and check everyone's Exercise 4 skill saved: Exercise 7 shares it.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1:50–2:00). Pause here: check the room is ready (anyone still finishing the last exercise?), then introduce the scenario card on the next slide.</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(1:50-2:00,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is the must-do (the deck takes longest); 6b and 6c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2:00 move on, even if only 6a is done.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Optional: schedule the kickoff ---</a:t>
            </a:r>
          </a:p>
          <a:p>
            <a:r>
              <a:t>Schedule a 30-minute onboarding kickoff for Sofia Alvarez’s first day, next Monday at 9:30 AM, add a Teams meeting link, and invite only me. Show it to me before you send it.</a:t>
            </a:r>
          </a:p>
          <a:p/>
          <a:p>
            <a:r>
              <a:t>--- Task 6c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(10 min, 2:00–2:10). Pause here: check the room is ready (anyone still finishing the last exercise?), then introduce the scenario card on the next slide.</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(2:00-2:10, 10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is quick; 7c is OPTIONAL, so demo it.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1:35 break, 2:10 Ex 8; the optional sub-tasks (2c scorecard, 3b brief, 6b + 6c, 7c sharing) are for fast finishers, so demo them rather than wait. If still behind, cut in this order: 7a only, then Ex 8 as a demo. Never cut Ex 4.</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sample-knowledge/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 TargetMode="Externa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2.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+ 5 tailored questions</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Orientation deck (+ kickoff, announcement)</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 Daily Briefing (+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1:25–1:35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1:50–2:00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6a is the must-do; 6b and 6c are optional</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2:00–2:10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